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7"/>
  </p:notesMasterIdLst>
  <p:sldIdLst>
    <p:sldId id="257" r:id="rId6"/>
  </p:sldIdLst>
  <p:sldSz cx="29260800" cy="43159363"/>
  <p:notesSz cx="6858000" cy="9083675"/>
  <p:defaultTextStyle>
    <a:defPPr>
      <a:defRPr lang="en-US"/>
    </a:defPPr>
    <a:lvl1pPr marL="0" algn="l" defTabSz="4112148" rtl="0" eaLnBrk="1" latinLnBrk="0" hangingPunct="1">
      <a:defRPr sz="8100" kern="1200">
        <a:solidFill>
          <a:schemeClr val="tx1"/>
        </a:solidFill>
        <a:latin typeface="+mn-lt"/>
        <a:ea typeface="+mn-ea"/>
        <a:cs typeface="+mn-cs"/>
      </a:defRPr>
    </a:lvl1pPr>
    <a:lvl2pPr marL="2056074" algn="l" defTabSz="4112148" rtl="0" eaLnBrk="1" latinLnBrk="0" hangingPunct="1">
      <a:defRPr sz="8100" kern="1200">
        <a:solidFill>
          <a:schemeClr val="tx1"/>
        </a:solidFill>
        <a:latin typeface="+mn-lt"/>
        <a:ea typeface="+mn-ea"/>
        <a:cs typeface="+mn-cs"/>
      </a:defRPr>
    </a:lvl2pPr>
    <a:lvl3pPr marL="4112148" algn="l" defTabSz="4112148" rtl="0" eaLnBrk="1" latinLnBrk="0" hangingPunct="1">
      <a:defRPr sz="8100" kern="1200">
        <a:solidFill>
          <a:schemeClr val="tx1"/>
        </a:solidFill>
        <a:latin typeface="+mn-lt"/>
        <a:ea typeface="+mn-ea"/>
        <a:cs typeface="+mn-cs"/>
      </a:defRPr>
    </a:lvl3pPr>
    <a:lvl4pPr marL="6168222" algn="l" defTabSz="4112148" rtl="0" eaLnBrk="1" latinLnBrk="0" hangingPunct="1">
      <a:defRPr sz="8100" kern="1200">
        <a:solidFill>
          <a:schemeClr val="tx1"/>
        </a:solidFill>
        <a:latin typeface="+mn-lt"/>
        <a:ea typeface="+mn-ea"/>
        <a:cs typeface="+mn-cs"/>
      </a:defRPr>
    </a:lvl4pPr>
    <a:lvl5pPr marL="8224296" algn="l" defTabSz="4112148" rtl="0" eaLnBrk="1" latinLnBrk="0" hangingPunct="1">
      <a:defRPr sz="8100" kern="1200">
        <a:solidFill>
          <a:schemeClr val="tx1"/>
        </a:solidFill>
        <a:latin typeface="+mn-lt"/>
        <a:ea typeface="+mn-ea"/>
        <a:cs typeface="+mn-cs"/>
      </a:defRPr>
    </a:lvl5pPr>
    <a:lvl6pPr marL="10280371" algn="l" defTabSz="4112148" rtl="0" eaLnBrk="1" latinLnBrk="0" hangingPunct="1">
      <a:defRPr sz="8100" kern="1200">
        <a:solidFill>
          <a:schemeClr val="tx1"/>
        </a:solidFill>
        <a:latin typeface="+mn-lt"/>
        <a:ea typeface="+mn-ea"/>
        <a:cs typeface="+mn-cs"/>
      </a:defRPr>
    </a:lvl6pPr>
    <a:lvl7pPr marL="12336445" algn="l" defTabSz="4112148" rtl="0" eaLnBrk="1" latinLnBrk="0" hangingPunct="1">
      <a:defRPr sz="8100" kern="1200">
        <a:solidFill>
          <a:schemeClr val="tx1"/>
        </a:solidFill>
        <a:latin typeface="+mn-lt"/>
        <a:ea typeface="+mn-ea"/>
        <a:cs typeface="+mn-cs"/>
      </a:defRPr>
    </a:lvl7pPr>
    <a:lvl8pPr marL="14392519" algn="l" defTabSz="4112148" rtl="0" eaLnBrk="1" latinLnBrk="0" hangingPunct="1">
      <a:defRPr sz="8100" kern="1200">
        <a:solidFill>
          <a:schemeClr val="tx1"/>
        </a:solidFill>
        <a:latin typeface="+mn-lt"/>
        <a:ea typeface="+mn-ea"/>
        <a:cs typeface="+mn-cs"/>
      </a:defRPr>
    </a:lvl8pPr>
    <a:lvl9pPr marL="16448593" algn="l" defTabSz="4112148" rtl="0" eaLnBrk="1" latinLnBrk="0" hangingPunct="1">
      <a:defRPr sz="8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594">
          <p15:clr>
            <a:srgbClr val="A4A3A4"/>
          </p15:clr>
        </p15:guide>
        <p15:guide id="2" pos="9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4F8"/>
    <a:srgbClr val="B3CDDE"/>
    <a:srgbClr val="FBFEFF"/>
    <a:srgbClr val="F3FCFF"/>
    <a:srgbClr val="D1F3FF"/>
    <a:srgbClr val="FFFFE6"/>
    <a:srgbClr val="FFFFDC"/>
    <a:srgbClr val="FFFFFF"/>
    <a:srgbClr val="FFFFFA"/>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 d="100"/>
          <a:sy n="40" d="100"/>
        </p:scale>
        <p:origin x="-522" y="-7926"/>
      </p:cViewPr>
      <p:guideLst>
        <p:guide orient="horz" pos="13594"/>
        <p:guide pos="9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56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5613"/>
          </a:xfrm>
          <a:prstGeom prst="rect">
            <a:avLst/>
          </a:prstGeom>
        </p:spPr>
        <p:txBody>
          <a:bodyPr vert="horz" lIns="91440" tIns="45720" rIns="91440" bIns="45720" rtlCol="0"/>
          <a:lstStyle>
            <a:lvl1pPr algn="r">
              <a:defRPr sz="1200"/>
            </a:lvl1pPr>
          </a:lstStyle>
          <a:p>
            <a:fld id="{C97CD495-9902-4FBB-9F97-4941DC3A6852}" type="datetimeFigureOut">
              <a:rPr lang="en-US" smtClean="0"/>
              <a:t>12/1/2025</a:t>
            </a:fld>
            <a:endParaRPr lang="en-US"/>
          </a:p>
        </p:txBody>
      </p:sp>
      <p:sp>
        <p:nvSpPr>
          <p:cNvPr id="4" name="Slide Image Placeholder 3"/>
          <p:cNvSpPr>
            <a:spLocks noGrp="1" noRot="1" noChangeAspect="1"/>
          </p:cNvSpPr>
          <p:nvPr>
            <p:ph type="sldImg" idx="2"/>
          </p:nvPr>
        </p:nvSpPr>
        <p:spPr>
          <a:xfrm>
            <a:off x="2389188" y="1135063"/>
            <a:ext cx="2079625" cy="30654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71975"/>
            <a:ext cx="5486400" cy="35766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28063"/>
            <a:ext cx="2971800" cy="4556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28063"/>
            <a:ext cx="2971800" cy="455612"/>
          </a:xfrm>
          <a:prstGeom prst="rect">
            <a:avLst/>
          </a:prstGeom>
        </p:spPr>
        <p:txBody>
          <a:bodyPr vert="horz" lIns="91440" tIns="45720" rIns="91440" bIns="45720" rtlCol="0" anchor="b"/>
          <a:lstStyle>
            <a:lvl1pPr algn="r">
              <a:defRPr sz="1200"/>
            </a:lvl1pPr>
          </a:lstStyle>
          <a:p>
            <a:fld id="{88FBE408-61A2-45B1-B06E-700B1FBADE78}" type="slidenum">
              <a:rPr lang="en-US" smtClean="0"/>
              <a:t>‹#›</a:t>
            </a:fld>
            <a:endParaRPr lang="en-US"/>
          </a:p>
        </p:txBody>
      </p:sp>
    </p:spTree>
    <p:extLst>
      <p:ext uri="{BB962C8B-B14F-4D97-AF65-F5344CB8AC3E}">
        <p14:creationId xmlns:p14="http://schemas.microsoft.com/office/powerpoint/2010/main" val="4246958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FBE408-61A2-45B1-B06E-700B1FBADE78}" type="slidenum">
              <a:rPr lang="en-US" smtClean="0"/>
              <a:t>1</a:t>
            </a:fld>
            <a:endParaRPr lang="en-US"/>
          </a:p>
        </p:txBody>
      </p:sp>
    </p:spTree>
    <p:extLst>
      <p:ext uri="{BB962C8B-B14F-4D97-AF65-F5344CB8AC3E}">
        <p14:creationId xmlns:p14="http://schemas.microsoft.com/office/powerpoint/2010/main" val="2770311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94560" y="13407381"/>
            <a:ext cx="24871680" cy="9251289"/>
          </a:xfrm>
        </p:spPr>
        <p:txBody>
          <a:bodyPr/>
          <a:lstStyle/>
          <a:p>
            <a:r>
              <a:rPr lang="en-US"/>
              <a:t>Click to edit Master title style</a:t>
            </a:r>
          </a:p>
        </p:txBody>
      </p:sp>
      <p:sp>
        <p:nvSpPr>
          <p:cNvPr id="3" name="Subtitle 2"/>
          <p:cNvSpPr>
            <a:spLocks noGrp="1"/>
          </p:cNvSpPr>
          <p:nvPr>
            <p:ph type="subTitle" idx="1"/>
          </p:nvPr>
        </p:nvSpPr>
        <p:spPr>
          <a:xfrm>
            <a:off x="4389120" y="24456973"/>
            <a:ext cx="20482560" cy="11029615"/>
          </a:xfrm>
        </p:spPr>
        <p:txBody>
          <a:bodyPr/>
          <a:lstStyle>
            <a:lvl1pPr marL="0" indent="0" algn="ctr">
              <a:buNone/>
              <a:defRPr>
                <a:solidFill>
                  <a:schemeClr val="tx1">
                    <a:tint val="75000"/>
                  </a:schemeClr>
                </a:solidFill>
              </a:defRPr>
            </a:lvl1pPr>
            <a:lvl2pPr marL="2056074" indent="0" algn="ctr">
              <a:buNone/>
              <a:defRPr>
                <a:solidFill>
                  <a:schemeClr val="tx1">
                    <a:tint val="75000"/>
                  </a:schemeClr>
                </a:solidFill>
              </a:defRPr>
            </a:lvl2pPr>
            <a:lvl3pPr marL="4112148" indent="0" algn="ctr">
              <a:buNone/>
              <a:defRPr>
                <a:solidFill>
                  <a:schemeClr val="tx1">
                    <a:tint val="75000"/>
                  </a:schemeClr>
                </a:solidFill>
              </a:defRPr>
            </a:lvl3pPr>
            <a:lvl4pPr marL="6168222" indent="0" algn="ctr">
              <a:buNone/>
              <a:defRPr>
                <a:solidFill>
                  <a:schemeClr val="tx1">
                    <a:tint val="75000"/>
                  </a:schemeClr>
                </a:solidFill>
              </a:defRPr>
            </a:lvl4pPr>
            <a:lvl5pPr marL="8224296" indent="0" algn="ctr">
              <a:buNone/>
              <a:defRPr>
                <a:solidFill>
                  <a:schemeClr val="tx1">
                    <a:tint val="75000"/>
                  </a:schemeClr>
                </a:solidFill>
              </a:defRPr>
            </a:lvl5pPr>
            <a:lvl6pPr marL="10280371" indent="0" algn="ctr">
              <a:buNone/>
              <a:defRPr>
                <a:solidFill>
                  <a:schemeClr val="tx1">
                    <a:tint val="75000"/>
                  </a:schemeClr>
                </a:solidFill>
              </a:defRPr>
            </a:lvl6pPr>
            <a:lvl7pPr marL="12336445" indent="0" algn="ctr">
              <a:buNone/>
              <a:defRPr>
                <a:solidFill>
                  <a:schemeClr val="tx1">
                    <a:tint val="75000"/>
                  </a:schemeClr>
                </a:solidFill>
              </a:defRPr>
            </a:lvl7pPr>
            <a:lvl8pPr marL="14392519" indent="0" algn="ctr">
              <a:buNone/>
              <a:defRPr>
                <a:solidFill>
                  <a:schemeClr val="tx1">
                    <a:tint val="75000"/>
                  </a:schemeClr>
                </a:solidFill>
              </a:defRPr>
            </a:lvl8pPr>
            <a:lvl9pPr marL="164485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C00EAE-0A68-4CA5-89B1-2EC3DA42D3E6}"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00EAE-0A68-4CA5-89B1-2EC3DA42D3E6}"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11402" y="27733891"/>
            <a:ext cx="24871680" cy="8571929"/>
          </a:xfrm>
        </p:spPr>
        <p:txBody>
          <a:bodyPr anchor="t"/>
          <a:lstStyle>
            <a:lvl1pPr algn="l">
              <a:defRPr sz="18000" b="1" cap="all"/>
            </a:lvl1pPr>
          </a:lstStyle>
          <a:p>
            <a:r>
              <a:rPr lang="en-US"/>
              <a:t>Click to edit Master title style</a:t>
            </a:r>
          </a:p>
        </p:txBody>
      </p:sp>
      <p:sp>
        <p:nvSpPr>
          <p:cNvPr id="3" name="Text Placeholder 2"/>
          <p:cNvSpPr>
            <a:spLocks noGrp="1"/>
          </p:cNvSpPr>
          <p:nvPr>
            <p:ph type="body" idx="1"/>
          </p:nvPr>
        </p:nvSpPr>
        <p:spPr>
          <a:xfrm>
            <a:off x="2311402" y="18292782"/>
            <a:ext cx="24871680" cy="9441108"/>
          </a:xfrm>
        </p:spPr>
        <p:txBody>
          <a:bodyPr anchor="b"/>
          <a:lstStyle>
            <a:lvl1pPr marL="0" indent="0">
              <a:buNone/>
              <a:defRPr sz="9000">
                <a:solidFill>
                  <a:schemeClr val="tx1">
                    <a:tint val="75000"/>
                  </a:schemeClr>
                </a:solidFill>
              </a:defRPr>
            </a:lvl1pPr>
            <a:lvl2pPr marL="2056074" indent="0">
              <a:buNone/>
              <a:defRPr sz="8100">
                <a:solidFill>
                  <a:schemeClr val="tx1">
                    <a:tint val="75000"/>
                  </a:schemeClr>
                </a:solidFill>
              </a:defRPr>
            </a:lvl2pPr>
            <a:lvl3pPr marL="4112148" indent="0">
              <a:buNone/>
              <a:defRPr sz="7200">
                <a:solidFill>
                  <a:schemeClr val="tx1">
                    <a:tint val="75000"/>
                  </a:schemeClr>
                </a:solidFill>
              </a:defRPr>
            </a:lvl3pPr>
            <a:lvl4pPr marL="6168222" indent="0">
              <a:buNone/>
              <a:defRPr sz="6300">
                <a:solidFill>
                  <a:schemeClr val="tx1">
                    <a:tint val="75000"/>
                  </a:schemeClr>
                </a:solidFill>
              </a:defRPr>
            </a:lvl4pPr>
            <a:lvl5pPr marL="8224296" indent="0">
              <a:buNone/>
              <a:defRPr sz="6300">
                <a:solidFill>
                  <a:schemeClr val="tx1">
                    <a:tint val="75000"/>
                  </a:schemeClr>
                </a:solidFill>
              </a:defRPr>
            </a:lvl5pPr>
            <a:lvl6pPr marL="10280371" indent="0">
              <a:buNone/>
              <a:defRPr sz="6300">
                <a:solidFill>
                  <a:schemeClr val="tx1">
                    <a:tint val="75000"/>
                  </a:schemeClr>
                </a:solidFill>
              </a:defRPr>
            </a:lvl6pPr>
            <a:lvl7pPr marL="12336445" indent="0">
              <a:buNone/>
              <a:defRPr sz="6300">
                <a:solidFill>
                  <a:schemeClr val="tx1">
                    <a:tint val="75000"/>
                  </a:schemeClr>
                </a:solidFill>
              </a:defRPr>
            </a:lvl7pPr>
            <a:lvl8pPr marL="14392519" indent="0">
              <a:buNone/>
              <a:defRPr sz="6300">
                <a:solidFill>
                  <a:schemeClr val="tx1">
                    <a:tint val="75000"/>
                  </a:schemeClr>
                </a:solidFill>
              </a:defRPr>
            </a:lvl8pPr>
            <a:lvl9pPr marL="16448593" indent="0">
              <a:buNone/>
              <a:defRPr sz="6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C00EAE-0A68-4CA5-89B1-2EC3DA42D3E6}"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63040" y="10070522"/>
            <a:ext cx="12923520" cy="28483185"/>
          </a:xfrm>
        </p:spPr>
        <p:txBody>
          <a:bodyPr/>
          <a:lstStyle>
            <a:lvl1pPr>
              <a:defRPr sz="12600"/>
            </a:lvl1pPr>
            <a:lvl2pPr>
              <a:defRPr sz="108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4874240" y="10070522"/>
            <a:ext cx="12923520" cy="28483185"/>
          </a:xfrm>
        </p:spPr>
        <p:txBody>
          <a:bodyPr/>
          <a:lstStyle>
            <a:lvl1pPr>
              <a:defRPr sz="12600"/>
            </a:lvl1pPr>
            <a:lvl2pPr>
              <a:defRPr sz="108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C00EAE-0A68-4CA5-89B1-2EC3DA42D3E6}"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63040" y="9660907"/>
            <a:ext cx="12928601" cy="4026206"/>
          </a:xfrm>
        </p:spPr>
        <p:txBody>
          <a:bodyPr anchor="b"/>
          <a:lstStyle>
            <a:lvl1pPr marL="0" indent="0">
              <a:buNone/>
              <a:defRPr sz="10800" b="1"/>
            </a:lvl1pPr>
            <a:lvl2pPr marL="2056074" indent="0">
              <a:buNone/>
              <a:defRPr sz="9000" b="1"/>
            </a:lvl2pPr>
            <a:lvl3pPr marL="4112148" indent="0">
              <a:buNone/>
              <a:defRPr sz="8100" b="1"/>
            </a:lvl3pPr>
            <a:lvl4pPr marL="6168222" indent="0">
              <a:buNone/>
              <a:defRPr sz="7200" b="1"/>
            </a:lvl4pPr>
            <a:lvl5pPr marL="8224296" indent="0">
              <a:buNone/>
              <a:defRPr sz="7200" b="1"/>
            </a:lvl5pPr>
            <a:lvl6pPr marL="10280371" indent="0">
              <a:buNone/>
              <a:defRPr sz="7200" b="1"/>
            </a:lvl6pPr>
            <a:lvl7pPr marL="12336445" indent="0">
              <a:buNone/>
              <a:defRPr sz="7200" b="1"/>
            </a:lvl7pPr>
            <a:lvl8pPr marL="14392519" indent="0">
              <a:buNone/>
              <a:defRPr sz="7200" b="1"/>
            </a:lvl8pPr>
            <a:lvl9pPr marL="16448593" indent="0">
              <a:buNone/>
              <a:defRPr sz="7200" b="1"/>
            </a:lvl9pPr>
          </a:lstStyle>
          <a:p>
            <a:pPr lvl="0"/>
            <a:r>
              <a:rPr lang="en-US"/>
              <a:t>Click to edit Master text styles</a:t>
            </a:r>
          </a:p>
        </p:txBody>
      </p:sp>
      <p:sp>
        <p:nvSpPr>
          <p:cNvPr id="4" name="Content Placeholder 3"/>
          <p:cNvSpPr>
            <a:spLocks noGrp="1"/>
          </p:cNvSpPr>
          <p:nvPr>
            <p:ph sz="half" idx="2"/>
          </p:nvPr>
        </p:nvSpPr>
        <p:spPr>
          <a:xfrm>
            <a:off x="1463040" y="13687113"/>
            <a:ext cx="12928601" cy="24866590"/>
          </a:xfrm>
        </p:spPr>
        <p:txBody>
          <a:bodyPr/>
          <a:lstStyle>
            <a:lvl1pPr>
              <a:defRPr sz="10800"/>
            </a:lvl1pPr>
            <a:lvl2pPr>
              <a:defRPr sz="9000"/>
            </a:lvl2pPr>
            <a:lvl3pPr>
              <a:defRPr sz="81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4864082" y="9660907"/>
            <a:ext cx="12933680" cy="4026206"/>
          </a:xfrm>
        </p:spPr>
        <p:txBody>
          <a:bodyPr anchor="b"/>
          <a:lstStyle>
            <a:lvl1pPr marL="0" indent="0">
              <a:buNone/>
              <a:defRPr sz="10800" b="1"/>
            </a:lvl1pPr>
            <a:lvl2pPr marL="2056074" indent="0">
              <a:buNone/>
              <a:defRPr sz="9000" b="1"/>
            </a:lvl2pPr>
            <a:lvl3pPr marL="4112148" indent="0">
              <a:buNone/>
              <a:defRPr sz="8100" b="1"/>
            </a:lvl3pPr>
            <a:lvl4pPr marL="6168222" indent="0">
              <a:buNone/>
              <a:defRPr sz="7200" b="1"/>
            </a:lvl4pPr>
            <a:lvl5pPr marL="8224296" indent="0">
              <a:buNone/>
              <a:defRPr sz="7200" b="1"/>
            </a:lvl5pPr>
            <a:lvl6pPr marL="10280371" indent="0">
              <a:buNone/>
              <a:defRPr sz="7200" b="1"/>
            </a:lvl6pPr>
            <a:lvl7pPr marL="12336445" indent="0">
              <a:buNone/>
              <a:defRPr sz="7200" b="1"/>
            </a:lvl7pPr>
            <a:lvl8pPr marL="14392519" indent="0">
              <a:buNone/>
              <a:defRPr sz="7200" b="1"/>
            </a:lvl8pPr>
            <a:lvl9pPr marL="16448593" indent="0">
              <a:buNone/>
              <a:defRPr sz="7200" b="1"/>
            </a:lvl9pPr>
          </a:lstStyle>
          <a:p>
            <a:pPr lvl="0"/>
            <a:r>
              <a:rPr lang="en-US"/>
              <a:t>Click to edit Master text styles</a:t>
            </a:r>
          </a:p>
        </p:txBody>
      </p:sp>
      <p:sp>
        <p:nvSpPr>
          <p:cNvPr id="6" name="Content Placeholder 5"/>
          <p:cNvSpPr>
            <a:spLocks noGrp="1"/>
          </p:cNvSpPr>
          <p:nvPr>
            <p:ph sz="quarter" idx="4"/>
          </p:nvPr>
        </p:nvSpPr>
        <p:spPr>
          <a:xfrm>
            <a:off x="14864082" y="13687113"/>
            <a:ext cx="12933680" cy="24866590"/>
          </a:xfrm>
        </p:spPr>
        <p:txBody>
          <a:bodyPr/>
          <a:lstStyle>
            <a:lvl1pPr>
              <a:defRPr sz="10800"/>
            </a:lvl1pPr>
            <a:lvl2pPr>
              <a:defRPr sz="9000"/>
            </a:lvl2pPr>
            <a:lvl3pPr>
              <a:defRPr sz="81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C00EAE-0A68-4CA5-89B1-2EC3DA42D3E6}"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C00EAE-0A68-4CA5-89B1-2EC3DA42D3E6}"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C00EAE-0A68-4CA5-89B1-2EC3DA42D3E6}"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63042" y="1718382"/>
            <a:ext cx="9626602" cy="7313114"/>
          </a:xfrm>
        </p:spPr>
        <p:txBody>
          <a:bodyPr anchor="b"/>
          <a:lstStyle>
            <a:lvl1pPr algn="l">
              <a:defRPr sz="9000" b="1"/>
            </a:lvl1pPr>
          </a:lstStyle>
          <a:p>
            <a:r>
              <a:rPr lang="en-US"/>
              <a:t>Click to edit Master title style</a:t>
            </a:r>
          </a:p>
        </p:txBody>
      </p:sp>
      <p:sp>
        <p:nvSpPr>
          <p:cNvPr id="3" name="Content Placeholder 2"/>
          <p:cNvSpPr>
            <a:spLocks noGrp="1"/>
          </p:cNvSpPr>
          <p:nvPr>
            <p:ph idx="1"/>
          </p:nvPr>
        </p:nvSpPr>
        <p:spPr>
          <a:xfrm>
            <a:off x="11440160" y="1718385"/>
            <a:ext cx="16357601" cy="36835321"/>
          </a:xfrm>
        </p:spPr>
        <p:txBody>
          <a:bodyPr/>
          <a:lstStyle>
            <a:lvl1pPr>
              <a:defRPr sz="14400"/>
            </a:lvl1pPr>
            <a:lvl2pPr>
              <a:defRPr sz="12600"/>
            </a:lvl2pPr>
            <a:lvl3pPr>
              <a:defRPr sz="10800"/>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63042" y="9031500"/>
            <a:ext cx="9626602" cy="29522206"/>
          </a:xfrm>
        </p:spPr>
        <p:txBody>
          <a:bodyPr/>
          <a:lstStyle>
            <a:lvl1pPr marL="0" indent="0">
              <a:buNone/>
              <a:defRPr sz="6300"/>
            </a:lvl1pPr>
            <a:lvl2pPr marL="2056074" indent="0">
              <a:buNone/>
              <a:defRPr sz="5400"/>
            </a:lvl2pPr>
            <a:lvl3pPr marL="4112148" indent="0">
              <a:buNone/>
              <a:defRPr sz="4500"/>
            </a:lvl3pPr>
            <a:lvl4pPr marL="6168222" indent="0">
              <a:buNone/>
              <a:defRPr sz="4000"/>
            </a:lvl4pPr>
            <a:lvl5pPr marL="8224296" indent="0">
              <a:buNone/>
              <a:defRPr sz="4000"/>
            </a:lvl5pPr>
            <a:lvl6pPr marL="10280371" indent="0">
              <a:buNone/>
              <a:defRPr sz="4000"/>
            </a:lvl6pPr>
            <a:lvl7pPr marL="12336445" indent="0">
              <a:buNone/>
              <a:defRPr sz="4000"/>
            </a:lvl7pPr>
            <a:lvl8pPr marL="14392519" indent="0">
              <a:buNone/>
              <a:defRPr sz="4000"/>
            </a:lvl8pPr>
            <a:lvl9pPr marL="16448593"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ADC00EAE-0A68-4CA5-89B1-2EC3DA42D3E6}"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35321" y="30211555"/>
            <a:ext cx="17556480" cy="3566645"/>
          </a:xfrm>
        </p:spPr>
        <p:txBody>
          <a:bodyPr anchor="b"/>
          <a:lstStyle>
            <a:lvl1pPr algn="l">
              <a:defRPr sz="9000" b="1"/>
            </a:lvl1pPr>
          </a:lstStyle>
          <a:p>
            <a:r>
              <a:rPr lang="en-US"/>
              <a:t>Click to edit Master title style</a:t>
            </a:r>
          </a:p>
        </p:txBody>
      </p:sp>
      <p:sp>
        <p:nvSpPr>
          <p:cNvPr id="3" name="Picture Placeholder 2"/>
          <p:cNvSpPr>
            <a:spLocks noGrp="1"/>
          </p:cNvSpPr>
          <p:nvPr>
            <p:ph type="pic" idx="1"/>
          </p:nvPr>
        </p:nvSpPr>
        <p:spPr>
          <a:xfrm>
            <a:off x="5735321" y="3856369"/>
            <a:ext cx="17556480" cy="25895618"/>
          </a:xfrm>
        </p:spPr>
        <p:txBody>
          <a:bodyPr/>
          <a:lstStyle>
            <a:lvl1pPr marL="0" indent="0">
              <a:buNone/>
              <a:defRPr sz="14400"/>
            </a:lvl1pPr>
            <a:lvl2pPr marL="2056074" indent="0">
              <a:buNone/>
              <a:defRPr sz="12600"/>
            </a:lvl2pPr>
            <a:lvl3pPr marL="4112148" indent="0">
              <a:buNone/>
              <a:defRPr sz="10800"/>
            </a:lvl3pPr>
            <a:lvl4pPr marL="6168222" indent="0">
              <a:buNone/>
              <a:defRPr sz="9000"/>
            </a:lvl4pPr>
            <a:lvl5pPr marL="8224296" indent="0">
              <a:buNone/>
              <a:defRPr sz="9000"/>
            </a:lvl5pPr>
            <a:lvl6pPr marL="10280371" indent="0">
              <a:buNone/>
              <a:defRPr sz="9000"/>
            </a:lvl6pPr>
            <a:lvl7pPr marL="12336445" indent="0">
              <a:buNone/>
              <a:defRPr sz="9000"/>
            </a:lvl7pPr>
            <a:lvl8pPr marL="14392519" indent="0">
              <a:buNone/>
              <a:defRPr sz="9000"/>
            </a:lvl8pPr>
            <a:lvl9pPr marL="16448593" indent="0">
              <a:buNone/>
              <a:defRPr sz="9000"/>
            </a:lvl9pPr>
          </a:lstStyle>
          <a:p>
            <a:endParaRPr lang="en-US"/>
          </a:p>
        </p:txBody>
      </p:sp>
      <p:sp>
        <p:nvSpPr>
          <p:cNvPr id="4" name="Text Placeholder 3"/>
          <p:cNvSpPr>
            <a:spLocks noGrp="1"/>
          </p:cNvSpPr>
          <p:nvPr>
            <p:ph type="body" sz="half" idx="2"/>
          </p:nvPr>
        </p:nvSpPr>
        <p:spPr>
          <a:xfrm>
            <a:off x="5735321" y="33778199"/>
            <a:ext cx="17556480" cy="5065228"/>
          </a:xfrm>
        </p:spPr>
        <p:txBody>
          <a:bodyPr/>
          <a:lstStyle>
            <a:lvl1pPr marL="0" indent="0">
              <a:buNone/>
              <a:defRPr sz="6300"/>
            </a:lvl1pPr>
            <a:lvl2pPr marL="2056074" indent="0">
              <a:buNone/>
              <a:defRPr sz="5400"/>
            </a:lvl2pPr>
            <a:lvl3pPr marL="4112148" indent="0">
              <a:buNone/>
              <a:defRPr sz="4500"/>
            </a:lvl3pPr>
            <a:lvl4pPr marL="6168222" indent="0">
              <a:buNone/>
              <a:defRPr sz="4000"/>
            </a:lvl4pPr>
            <a:lvl5pPr marL="8224296" indent="0">
              <a:buNone/>
              <a:defRPr sz="4000"/>
            </a:lvl5pPr>
            <a:lvl6pPr marL="10280371" indent="0">
              <a:buNone/>
              <a:defRPr sz="4000"/>
            </a:lvl6pPr>
            <a:lvl7pPr marL="12336445" indent="0">
              <a:buNone/>
              <a:defRPr sz="4000"/>
            </a:lvl7pPr>
            <a:lvl8pPr marL="14392519" indent="0">
              <a:buNone/>
              <a:defRPr sz="4000"/>
            </a:lvl8pPr>
            <a:lvl9pPr marL="16448593"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ADC00EAE-0A68-4CA5-89B1-2EC3DA42D3E6}"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00EAE-0A68-4CA5-89B1-2EC3DA42D3E6}"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214080" y="1728380"/>
            <a:ext cx="6583680" cy="368253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63040" y="1728380"/>
            <a:ext cx="19263360" cy="368253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00EAE-0A68-4CA5-89B1-2EC3DA42D3E6}"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50EC1F-46CA-42A9-AF13-5F4DAE3178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63040" y="1728376"/>
            <a:ext cx="26334720" cy="7193227"/>
          </a:xfrm>
          <a:prstGeom prst="rect">
            <a:avLst/>
          </a:prstGeom>
        </p:spPr>
        <p:txBody>
          <a:bodyPr vert="horz" lIns="411215" tIns="205607" rIns="411215" bIns="205607" rtlCol="0" anchor="ctr">
            <a:normAutofit/>
          </a:bodyPr>
          <a:lstStyle/>
          <a:p>
            <a:r>
              <a:rPr lang="en-US"/>
              <a:t>Click to edit Master title style</a:t>
            </a:r>
          </a:p>
        </p:txBody>
      </p:sp>
      <p:sp>
        <p:nvSpPr>
          <p:cNvPr id="3" name="Text Placeholder 2"/>
          <p:cNvSpPr>
            <a:spLocks noGrp="1"/>
          </p:cNvSpPr>
          <p:nvPr>
            <p:ph type="body" idx="1"/>
          </p:nvPr>
        </p:nvSpPr>
        <p:spPr>
          <a:xfrm>
            <a:off x="1463040" y="10070522"/>
            <a:ext cx="26334720" cy="28483185"/>
          </a:xfrm>
          <a:prstGeom prst="rect">
            <a:avLst/>
          </a:prstGeom>
        </p:spPr>
        <p:txBody>
          <a:bodyPr vert="horz" lIns="411215" tIns="205607" rIns="411215" bIns="20560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63040" y="40002339"/>
            <a:ext cx="6827520" cy="2297836"/>
          </a:xfrm>
          <a:prstGeom prst="rect">
            <a:avLst/>
          </a:prstGeom>
        </p:spPr>
        <p:txBody>
          <a:bodyPr vert="horz" lIns="411215" tIns="205607" rIns="411215" bIns="205607" rtlCol="0" anchor="ctr"/>
          <a:lstStyle>
            <a:lvl1pPr algn="l">
              <a:defRPr sz="5400">
                <a:solidFill>
                  <a:schemeClr val="tx1">
                    <a:tint val="75000"/>
                  </a:schemeClr>
                </a:solidFill>
              </a:defRPr>
            </a:lvl1pPr>
          </a:lstStyle>
          <a:p>
            <a:fld id="{ADC00EAE-0A68-4CA5-89B1-2EC3DA42D3E6}" type="datetimeFigureOut">
              <a:rPr lang="en-US" smtClean="0"/>
              <a:pPr/>
              <a:t>12/1/2025</a:t>
            </a:fld>
            <a:endParaRPr lang="en-US"/>
          </a:p>
        </p:txBody>
      </p:sp>
      <p:sp>
        <p:nvSpPr>
          <p:cNvPr id="5" name="Footer Placeholder 4"/>
          <p:cNvSpPr>
            <a:spLocks noGrp="1"/>
          </p:cNvSpPr>
          <p:nvPr>
            <p:ph type="ftr" sz="quarter" idx="3"/>
          </p:nvPr>
        </p:nvSpPr>
        <p:spPr>
          <a:xfrm>
            <a:off x="9997440" y="40002339"/>
            <a:ext cx="9265920" cy="2297836"/>
          </a:xfrm>
          <a:prstGeom prst="rect">
            <a:avLst/>
          </a:prstGeom>
        </p:spPr>
        <p:txBody>
          <a:bodyPr vert="horz" lIns="411215" tIns="205607" rIns="411215" bIns="205607" rtlCol="0" anchor="ctr"/>
          <a:lstStyle>
            <a:lvl1pPr algn="ctr">
              <a:defRPr sz="5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970240" y="40002339"/>
            <a:ext cx="6827520" cy="2297836"/>
          </a:xfrm>
          <a:prstGeom prst="rect">
            <a:avLst/>
          </a:prstGeom>
        </p:spPr>
        <p:txBody>
          <a:bodyPr vert="horz" lIns="411215" tIns="205607" rIns="411215" bIns="205607" rtlCol="0" anchor="ctr"/>
          <a:lstStyle>
            <a:lvl1pPr algn="r">
              <a:defRPr sz="5400">
                <a:solidFill>
                  <a:schemeClr val="tx1">
                    <a:tint val="75000"/>
                  </a:schemeClr>
                </a:solidFill>
              </a:defRPr>
            </a:lvl1pPr>
          </a:lstStyle>
          <a:p>
            <a:fld id="{4D50EC1F-46CA-42A9-AF13-5F4DAE3178A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2148" rtl="0" eaLnBrk="1" latinLnBrk="0" hangingPunct="1">
        <a:spcBef>
          <a:spcPct val="0"/>
        </a:spcBef>
        <a:buNone/>
        <a:defRPr sz="19800" kern="1200">
          <a:solidFill>
            <a:schemeClr val="tx1"/>
          </a:solidFill>
          <a:latin typeface="+mj-lt"/>
          <a:ea typeface="+mj-ea"/>
          <a:cs typeface="+mj-cs"/>
        </a:defRPr>
      </a:lvl1pPr>
    </p:titleStyle>
    <p:bodyStyle>
      <a:lvl1pPr marL="1542056" indent="-1542056" algn="l" defTabSz="4112148" rtl="0" eaLnBrk="1" latinLnBrk="0" hangingPunct="1">
        <a:spcBef>
          <a:spcPct val="20000"/>
        </a:spcBef>
        <a:buFont typeface="Arial" pitchFamily="34" charset="0"/>
        <a:buChar char="•"/>
        <a:defRPr sz="14400" kern="1200">
          <a:solidFill>
            <a:schemeClr val="tx1"/>
          </a:solidFill>
          <a:latin typeface="+mn-lt"/>
          <a:ea typeface="+mn-ea"/>
          <a:cs typeface="+mn-cs"/>
        </a:defRPr>
      </a:lvl1pPr>
      <a:lvl2pPr marL="3341120" indent="-1285046" algn="l" defTabSz="4112148" rtl="0" eaLnBrk="1" latinLnBrk="0" hangingPunct="1">
        <a:spcBef>
          <a:spcPct val="20000"/>
        </a:spcBef>
        <a:buFont typeface="Arial" pitchFamily="34" charset="0"/>
        <a:buChar char="–"/>
        <a:defRPr sz="12600" kern="1200">
          <a:solidFill>
            <a:schemeClr val="tx1"/>
          </a:solidFill>
          <a:latin typeface="+mn-lt"/>
          <a:ea typeface="+mn-ea"/>
          <a:cs typeface="+mn-cs"/>
        </a:defRPr>
      </a:lvl2pPr>
      <a:lvl3pPr marL="5140185" indent="-1028037" algn="l" defTabSz="4112148" rtl="0" eaLnBrk="1" latinLnBrk="0" hangingPunct="1">
        <a:spcBef>
          <a:spcPct val="20000"/>
        </a:spcBef>
        <a:buFont typeface="Arial" pitchFamily="34" charset="0"/>
        <a:buChar char="•"/>
        <a:defRPr sz="10800" kern="1200">
          <a:solidFill>
            <a:schemeClr val="tx1"/>
          </a:solidFill>
          <a:latin typeface="+mn-lt"/>
          <a:ea typeface="+mn-ea"/>
          <a:cs typeface="+mn-cs"/>
        </a:defRPr>
      </a:lvl3pPr>
      <a:lvl4pPr marL="7196259"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4pPr>
      <a:lvl5pPr marL="9252334"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5pPr>
      <a:lvl6pPr marL="11308408"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364482"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420556"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476630" indent="-1028037" algn="l" defTabSz="4112148"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en-US"/>
      </a:defPPr>
      <a:lvl1pPr marL="0" algn="l" defTabSz="4112148" rtl="0" eaLnBrk="1" latinLnBrk="0" hangingPunct="1">
        <a:defRPr sz="8100" kern="1200">
          <a:solidFill>
            <a:schemeClr val="tx1"/>
          </a:solidFill>
          <a:latin typeface="+mn-lt"/>
          <a:ea typeface="+mn-ea"/>
          <a:cs typeface="+mn-cs"/>
        </a:defRPr>
      </a:lvl1pPr>
      <a:lvl2pPr marL="2056074" algn="l" defTabSz="4112148" rtl="0" eaLnBrk="1" latinLnBrk="0" hangingPunct="1">
        <a:defRPr sz="8100" kern="1200">
          <a:solidFill>
            <a:schemeClr val="tx1"/>
          </a:solidFill>
          <a:latin typeface="+mn-lt"/>
          <a:ea typeface="+mn-ea"/>
          <a:cs typeface="+mn-cs"/>
        </a:defRPr>
      </a:lvl2pPr>
      <a:lvl3pPr marL="4112148" algn="l" defTabSz="4112148" rtl="0" eaLnBrk="1" latinLnBrk="0" hangingPunct="1">
        <a:defRPr sz="8100" kern="1200">
          <a:solidFill>
            <a:schemeClr val="tx1"/>
          </a:solidFill>
          <a:latin typeface="+mn-lt"/>
          <a:ea typeface="+mn-ea"/>
          <a:cs typeface="+mn-cs"/>
        </a:defRPr>
      </a:lvl3pPr>
      <a:lvl4pPr marL="6168222" algn="l" defTabSz="4112148" rtl="0" eaLnBrk="1" latinLnBrk="0" hangingPunct="1">
        <a:defRPr sz="8100" kern="1200">
          <a:solidFill>
            <a:schemeClr val="tx1"/>
          </a:solidFill>
          <a:latin typeface="+mn-lt"/>
          <a:ea typeface="+mn-ea"/>
          <a:cs typeface="+mn-cs"/>
        </a:defRPr>
      </a:lvl4pPr>
      <a:lvl5pPr marL="8224296" algn="l" defTabSz="4112148" rtl="0" eaLnBrk="1" latinLnBrk="0" hangingPunct="1">
        <a:defRPr sz="8100" kern="1200">
          <a:solidFill>
            <a:schemeClr val="tx1"/>
          </a:solidFill>
          <a:latin typeface="+mn-lt"/>
          <a:ea typeface="+mn-ea"/>
          <a:cs typeface="+mn-cs"/>
        </a:defRPr>
      </a:lvl5pPr>
      <a:lvl6pPr marL="10280371" algn="l" defTabSz="4112148" rtl="0" eaLnBrk="1" latinLnBrk="0" hangingPunct="1">
        <a:defRPr sz="8100" kern="1200">
          <a:solidFill>
            <a:schemeClr val="tx1"/>
          </a:solidFill>
          <a:latin typeface="+mn-lt"/>
          <a:ea typeface="+mn-ea"/>
          <a:cs typeface="+mn-cs"/>
        </a:defRPr>
      </a:lvl6pPr>
      <a:lvl7pPr marL="12336445" algn="l" defTabSz="4112148" rtl="0" eaLnBrk="1" latinLnBrk="0" hangingPunct="1">
        <a:defRPr sz="8100" kern="1200">
          <a:solidFill>
            <a:schemeClr val="tx1"/>
          </a:solidFill>
          <a:latin typeface="+mn-lt"/>
          <a:ea typeface="+mn-ea"/>
          <a:cs typeface="+mn-cs"/>
        </a:defRPr>
      </a:lvl7pPr>
      <a:lvl8pPr marL="14392519" algn="l" defTabSz="4112148" rtl="0" eaLnBrk="1" latinLnBrk="0" hangingPunct="1">
        <a:defRPr sz="8100" kern="1200">
          <a:solidFill>
            <a:schemeClr val="tx1"/>
          </a:solidFill>
          <a:latin typeface="+mn-lt"/>
          <a:ea typeface="+mn-ea"/>
          <a:cs typeface="+mn-cs"/>
        </a:defRPr>
      </a:lvl8pPr>
      <a:lvl9pPr marL="16448593" algn="l" defTabSz="4112148" rtl="0" eaLnBrk="1" latinLnBrk="0" hangingPunct="1">
        <a:defRPr sz="8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notesSlide" Target="../notesSlides/notesSlide1.xml"/><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slideLayout" Target="../slideLayouts/slideLayout2.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tags" Target="../tags/tag1.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jpe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jpe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Content Placeholder 2"/>
          <p:cNvSpPr txBox="1">
            <a:spLocks/>
          </p:cNvSpPr>
          <p:nvPr/>
        </p:nvSpPr>
        <p:spPr>
          <a:xfrm>
            <a:off x="457200" y="548481"/>
            <a:ext cx="28254960" cy="42245280"/>
          </a:xfrm>
          <a:prstGeom prst="rect">
            <a:avLst/>
          </a:prstGeom>
          <a:noFill/>
          <a:ln>
            <a:solidFill>
              <a:schemeClr val="tx1"/>
            </a:solidFill>
          </a:ln>
        </p:spPr>
        <p:txBody>
          <a:bodyPr vert="horz" lIns="411215" tIns="205607" rIns="411215" bIns="205607" rtlCol="0">
            <a:normAutofit/>
          </a:bodyPr>
          <a:lstStyle/>
          <a:p>
            <a:pPr algn="just">
              <a:spcAft>
                <a:spcPts val="1200"/>
              </a:spcAft>
            </a:pPr>
            <a:endParaRPr lang="en-US" sz="400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762000" y="991161"/>
            <a:ext cx="26136600" cy="4267199"/>
          </a:xfrm>
          <a:ln>
            <a:noFill/>
          </a:ln>
        </p:spPr>
        <p:txBody>
          <a:bodyPr>
            <a:normAutofit/>
          </a:bodyPr>
          <a:lstStyle/>
          <a:p>
            <a:pPr>
              <a:lnSpc>
                <a:spcPts val="6000"/>
              </a:lnSpc>
              <a:spcAft>
                <a:spcPts val="600"/>
              </a:spcAft>
            </a:pPr>
            <a:r>
              <a:rPr lang="en-US" sz="4000" b="1" cap="all">
                <a:solidFill>
                  <a:schemeClr val="tx1"/>
                </a:solidFill>
                <a:latin typeface="Times New Roman" panose="02020603050405020304" pitchFamily="18" charset="0"/>
                <a:ea typeface="Verdana" pitchFamily="34" charset="0"/>
                <a:cs typeface="Times New Roman" panose="02020603050405020304" pitchFamily="18" charset="0"/>
              </a:rPr>
              <a:t>University of Bahrain</a:t>
            </a:r>
            <a:br>
              <a:rPr lang="en-US" sz="4000" b="1" cap="all">
                <a:solidFill>
                  <a:schemeClr val="tx1"/>
                </a:solidFill>
                <a:latin typeface="Times New Roman" panose="02020603050405020304" pitchFamily="18" charset="0"/>
                <a:ea typeface="Verdana" pitchFamily="34" charset="0"/>
                <a:cs typeface="Times New Roman" panose="02020603050405020304" pitchFamily="18" charset="0"/>
              </a:rPr>
            </a:br>
            <a:r>
              <a:rPr lang="en-US" sz="4000" b="1" cap="all">
                <a:solidFill>
                  <a:schemeClr val="tx1"/>
                </a:solidFill>
                <a:latin typeface="Times New Roman" panose="02020603050405020304" pitchFamily="18" charset="0"/>
                <a:ea typeface="Verdana" pitchFamily="34" charset="0"/>
                <a:cs typeface="Times New Roman" panose="02020603050405020304" pitchFamily="18" charset="0"/>
              </a:rPr>
              <a:t>College of Information Technology</a:t>
            </a:r>
            <a:br>
              <a:rPr lang="en-US" sz="4000" b="1" cap="all">
                <a:solidFill>
                  <a:schemeClr val="tx1"/>
                </a:solidFill>
                <a:latin typeface="Times New Roman" panose="02020603050405020304" pitchFamily="18" charset="0"/>
                <a:ea typeface="Verdana" pitchFamily="34" charset="0"/>
                <a:cs typeface="Times New Roman" panose="02020603050405020304" pitchFamily="18" charset="0"/>
              </a:rPr>
            </a:br>
            <a:r>
              <a:rPr lang="en-US" sz="4000" b="1" cap="all">
                <a:solidFill>
                  <a:schemeClr val="tx1"/>
                </a:solidFill>
                <a:latin typeface="Times New Roman" panose="02020603050405020304" pitchFamily="18" charset="0"/>
                <a:ea typeface="Verdana" pitchFamily="34" charset="0"/>
                <a:cs typeface="Times New Roman" panose="02020603050405020304" pitchFamily="18" charset="0"/>
              </a:rPr>
              <a:t>Department of Information systems</a:t>
            </a:r>
          </a:p>
        </p:txBody>
      </p:sp>
      <p:sp>
        <p:nvSpPr>
          <p:cNvPr id="3" name="Content Placeholder 2"/>
          <p:cNvSpPr>
            <a:spLocks noGrp="1"/>
          </p:cNvSpPr>
          <p:nvPr>
            <p:ph idx="1"/>
          </p:nvPr>
        </p:nvSpPr>
        <p:spPr>
          <a:xfrm>
            <a:off x="838200" y="13197681"/>
            <a:ext cx="13716000" cy="1371600"/>
          </a:xfrm>
          <a:solidFill>
            <a:schemeClr val="accent2">
              <a:lumMod val="40000"/>
              <a:lumOff val="60000"/>
            </a:schemeClr>
          </a:solidFill>
          <a:ln>
            <a:solidFill>
              <a:schemeClr val="tx1"/>
            </a:solidFill>
          </a:ln>
        </p:spPr>
        <p:txBody>
          <a:bodyPr anchor="ctr" anchorCtr="0">
            <a:normAutofit/>
          </a:bodyPr>
          <a:lstStyle/>
          <a:p>
            <a:pPr algn="ctr">
              <a:lnSpc>
                <a:spcPct val="110000"/>
              </a:lnSpc>
              <a:spcBef>
                <a:spcPts val="0"/>
              </a:spcBef>
              <a:buNone/>
            </a:pPr>
            <a:r>
              <a:rPr lang="en-US" sz="4400" b="1" cap="all">
                <a:latin typeface="Times New Roman" pitchFamily="18" charset="0"/>
                <a:cs typeface="Times New Roman" pitchFamily="18" charset="0"/>
              </a:rPr>
              <a:t>Abstract</a:t>
            </a:r>
          </a:p>
        </p:txBody>
      </p:sp>
      <p:pic>
        <p:nvPicPr>
          <p:cNvPr id="7" name="Picture 6" descr="3Color Logo.JPG"/>
          <p:cNvPicPr>
            <a:picLocks noChangeAspect="1"/>
          </p:cNvPicPr>
          <p:nvPr/>
        </p:nvPicPr>
        <p:blipFill>
          <a:blip r:embed="rId4" cstate="print"/>
          <a:stretch>
            <a:fillRect/>
          </a:stretch>
        </p:blipFill>
        <p:spPr>
          <a:xfrm>
            <a:off x="1636866" y="888210"/>
            <a:ext cx="3620934" cy="4473100"/>
          </a:xfrm>
          <a:prstGeom prst="rect">
            <a:avLst/>
          </a:prstGeom>
        </p:spPr>
      </p:pic>
      <p:sp>
        <p:nvSpPr>
          <p:cNvPr id="8" name="Title 4"/>
          <p:cNvSpPr txBox="1">
            <a:spLocks/>
          </p:cNvSpPr>
          <p:nvPr>
            <p:custDataLst>
              <p:tags r:id="rId1"/>
            </p:custDataLst>
          </p:nvPr>
        </p:nvSpPr>
        <p:spPr>
          <a:xfrm>
            <a:off x="1466910" y="6377782"/>
            <a:ext cx="26334720" cy="2247899"/>
          </a:xfrm>
          <a:prstGeom prst="rect">
            <a:avLst/>
          </a:prstGeom>
          <a:solidFill>
            <a:schemeClr val="accent2">
              <a:lumMod val="40000"/>
              <a:lumOff val="60000"/>
            </a:schemeClr>
          </a:solidFill>
          <a:ln>
            <a:solidFill>
              <a:schemeClr val="tx1"/>
            </a:solidFill>
          </a:ln>
          <a:effectLst>
            <a:outerShdw blurRad="149987" dist="250190" dir="8460000" algn="ctr">
              <a:srgbClr val="000000">
                <a:alpha val="28000"/>
              </a:srgbClr>
            </a:outerShdw>
          </a:effectLst>
        </p:spPr>
        <p:style>
          <a:lnRef idx="2">
            <a:schemeClr val="accent6">
              <a:shade val="50000"/>
            </a:schemeClr>
          </a:lnRef>
          <a:fillRef idx="1">
            <a:schemeClr val="accent6"/>
          </a:fillRef>
          <a:effectRef idx="0">
            <a:schemeClr val="accent6"/>
          </a:effectRef>
          <a:fontRef idx="minor">
            <a:schemeClr val="lt1"/>
          </a:fontRef>
        </p:style>
        <p:txBody>
          <a:bodyPr vert="horz" lIns="411215" tIns="205607" rIns="411215" bIns="205607" rtlCol="0" anchor="ctr">
            <a:normAutofit/>
          </a:bodyPr>
          <a:lstStyle/>
          <a:p>
            <a:pPr lvl="0" algn="ctr">
              <a:spcBef>
                <a:spcPct val="0"/>
              </a:spcBef>
              <a:defRPr/>
            </a:pPr>
            <a:r>
              <a:rPr lang="en-US" sz="6000" b="1" cap="all">
                <a:solidFill>
                  <a:schemeClr val="tx1"/>
                </a:solidFill>
                <a:latin typeface="Times New Roman" panose="02020603050405020304" pitchFamily="18" charset="0"/>
                <a:ea typeface="Calibri"/>
                <a:cs typeface="Times New Roman" panose="02020603050405020304" pitchFamily="18" charset="0"/>
              </a:rPr>
              <a:t>durra: a jewelry digital marketplace</a:t>
            </a:r>
          </a:p>
        </p:txBody>
      </p:sp>
      <p:sp>
        <p:nvSpPr>
          <p:cNvPr id="9" name="Title 4"/>
          <p:cNvSpPr txBox="1">
            <a:spLocks/>
          </p:cNvSpPr>
          <p:nvPr/>
        </p:nvSpPr>
        <p:spPr>
          <a:xfrm>
            <a:off x="1295400" y="9997281"/>
            <a:ext cx="26510101" cy="2590800"/>
          </a:xfrm>
          <a:prstGeom prst="rect">
            <a:avLst/>
          </a:prstGeom>
          <a:ln>
            <a:solidFill>
              <a:schemeClr val="tx1"/>
            </a:solidFill>
          </a:ln>
        </p:spPr>
        <p:txBody>
          <a:bodyPr vert="horz" lIns="411215" tIns="205607" rIns="411215" bIns="205607" rtlCol="0" anchor="ctr">
            <a:normAutofit fontScale="85000" lnSpcReduction="10000"/>
          </a:bodyPr>
          <a:lstStyle/>
          <a:p>
            <a:pPr lvl="0" algn="ctr">
              <a:lnSpc>
                <a:spcPts val="8000"/>
              </a:lnSpc>
              <a:spcBef>
                <a:spcPct val="0"/>
              </a:spcBef>
              <a:defRPr/>
            </a:pPr>
            <a:r>
              <a:rPr lang="en-US" sz="6000">
                <a:latin typeface="Times New Roman" panose="02020603050405020304" pitchFamily="18" charset="0"/>
                <a:ea typeface="Calibri"/>
                <a:cs typeface="Times New Roman" panose="02020603050405020304" pitchFamily="18" charset="0"/>
              </a:rPr>
              <a:t> </a:t>
            </a:r>
            <a:r>
              <a:rPr lang="en-US" sz="6000" b="1">
                <a:latin typeface="Times New Roman" panose="02020603050405020304" pitchFamily="18" charset="0"/>
                <a:ea typeface="Calibri"/>
                <a:cs typeface="Times New Roman" panose="02020603050405020304" pitchFamily="18" charset="0"/>
              </a:rPr>
              <a:t>Kawthar Mohammad, 202106083; Ghadeer Abdulla, 202104698; Ragad Abdulla, 202109753 </a:t>
            </a:r>
          </a:p>
          <a:p>
            <a:pPr algn="ctr">
              <a:lnSpc>
                <a:spcPts val="8000"/>
              </a:lnSpc>
              <a:spcBef>
                <a:spcPct val="0"/>
              </a:spcBef>
              <a:defRPr/>
            </a:pPr>
            <a:r>
              <a:rPr lang="en-US" sz="6000">
                <a:latin typeface="Times New Roman" panose="02020603050405020304" pitchFamily="18" charset="0"/>
                <a:ea typeface="Calibri"/>
                <a:cs typeface="Times New Roman" panose="02020603050405020304" pitchFamily="18" charset="0"/>
              </a:rPr>
              <a:t>Supervised By: </a:t>
            </a:r>
            <a:r>
              <a:rPr lang="en-US" sz="6000" b="1">
                <a:latin typeface="Times New Roman" panose="02020603050405020304" pitchFamily="18" charset="0"/>
                <a:ea typeface="Calibri"/>
                <a:cs typeface="Times New Roman" panose="02020603050405020304" pitchFamily="18" charset="0"/>
              </a:rPr>
              <a:t> Dr. Maan </a:t>
            </a:r>
            <a:r>
              <a:rPr lang="en-US" sz="6000" b="1" err="1">
                <a:latin typeface="Times New Roman" panose="02020603050405020304" pitchFamily="18" charset="0"/>
                <a:ea typeface="Calibri"/>
                <a:cs typeface="Times New Roman" panose="02020603050405020304" pitchFamily="18" charset="0"/>
              </a:rPr>
              <a:t>Aljawder</a:t>
            </a:r>
            <a:endParaRPr kumimoji="0" lang="en-US" sz="6000" b="1" i="0" u="none" strike="noStrike" kern="1200" spc="0" normalizeH="0" noProof="0">
              <a:ln>
                <a:noFill/>
              </a:ln>
              <a:solidFill>
                <a:schemeClr val="tx1"/>
              </a:solidFill>
              <a:effectLst/>
              <a:uLnTx/>
              <a:uFillTx/>
              <a:latin typeface="Times New Roman" panose="02020603050405020304" pitchFamily="18" charset="0"/>
              <a:ea typeface="Calibri"/>
              <a:cs typeface="Times New Roman" panose="02020603050405020304" pitchFamily="18" charset="0"/>
            </a:endParaRPr>
          </a:p>
        </p:txBody>
      </p:sp>
      <p:sp>
        <p:nvSpPr>
          <p:cNvPr id="15" name="Content Placeholder 2"/>
          <p:cNvSpPr txBox="1">
            <a:spLocks/>
          </p:cNvSpPr>
          <p:nvPr/>
        </p:nvSpPr>
        <p:spPr>
          <a:xfrm>
            <a:off x="838200" y="14569281"/>
            <a:ext cx="13716000" cy="10363200"/>
          </a:xfrm>
          <a:prstGeom prst="rect">
            <a:avLst/>
          </a:prstGeom>
          <a:solidFill>
            <a:srgbClr val="EEF4F8"/>
          </a:solidFill>
          <a:ln>
            <a:solidFill>
              <a:schemeClr val="tx1"/>
            </a:solidFill>
          </a:ln>
        </p:spPr>
        <p:txBody>
          <a:bodyPr vert="horz" lIns="411215" tIns="205607" rIns="411215" bIns="205607" rtlCol="0" anchor="t">
            <a:noAutofit/>
          </a:bodyPr>
          <a:lstStyle/>
          <a:p>
            <a:pPr rtl="1"/>
            <a:r>
              <a:rPr lang="en-US" sz="4000" b="1" spc="300">
                <a:latin typeface="Times New Roman"/>
                <a:cs typeface="Times New Roman"/>
              </a:rPr>
              <a:t>Durra is a user-centered digital marketplace designed to connect Bahraini jewelers with buyers, improving visibility and simplifying the shopping experience. Built through market research, prototyping, and iterative testing, the platform emphasizes usability and trust. Future plans include reselling, real-time order tracking, mobile app development, expanded regional support, and integrations with authentication and certification providers.</a:t>
            </a:r>
            <a:endParaRPr lang="en-US" sz="4000" spc="300">
              <a:latin typeface="Times New Roman"/>
              <a:cs typeface="Times New Roman"/>
            </a:endParaRPr>
          </a:p>
          <a:p>
            <a:pPr rtl="1"/>
            <a:endParaRPr lang="en-US" sz="4000">
              <a:latin typeface="Times New Roman" panose="02020603050405020304" pitchFamily="18" charset="0"/>
              <a:cs typeface="Times New Roman" panose="02020603050405020304" pitchFamily="18" charset="0"/>
            </a:endParaRPr>
          </a:p>
        </p:txBody>
      </p:sp>
      <p:grpSp>
        <p:nvGrpSpPr>
          <p:cNvPr id="37" name="Group 36"/>
          <p:cNvGrpSpPr/>
          <p:nvPr/>
        </p:nvGrpSpPr>
        <p:grpSpPr>
          <a:xfrm>
            <a:off x="838200" y="24932858"/>
            <a:ext cx="27432000" cy="10134218"/>
            <a:chOff x="838200" y="27216642"/>
            <a:chExt cx="27432000" cy="10137026"/>
          </a:xfrm>
        </p:grpSpPr>
        <p:sp>
          <p:nvSpPr>
            <p:cNvPr id="17" name="Content Placeholder 2"/>
            <p:cNvSpPr txBox="1">
              <a:spLocks/>
            </p:cNvSpPr>
            <p:nvPr/>
          </p:nvSpPr>
          <p:spPr>
            <a:xfrm>
              <a:off x="838200" y="27216642"/>
              <a:ext cx="27432000" cy="1371600"/>
            </a:xfrm>
            <a:prstGeom prst="rect">
              <a:avLst/>
            </a:prstGeom>
            <a:solidFill>
              <a:schemeClr val="accent2">
                <a:lumMod val="40000"/>
                <a:lumOff val="60000"/>
              </a:schemeClr>
            </a:solidFill>
            <a:ln>
              <a:solidFill>
                <a:schemeClr val="tx1"/>
              </a:solidFill>
            </a:ln>
          </p:spPr>
          <p:txBody>
            <a:bodyPr vert="horz" lIns="411215" tIns="205607" rIns="411215" bIns="205607" rtlCol="0" anchor="ctr" anchorCtr="0">
              <a:noAutofit/>
            </a:bodyPr>
            <a:lstStyle/>
            <a:p>
              <a:pPr marL="1542056" marR="0" lvl="0" indent="-1542056" algn="ctr" defTabSz="4112148" rtl="0" eaLnBrk="1" fontAlgn="auto" latinLnBrk="0" hangingPunct="1">
                <a:lnSpc>
                  <a:spcPct val="100000"/>
                </a:lnSpc>
                <a:spcBef>
                  <a:spcPts val="0"/>
                </a:spcBef>
                <a:spcAft>
                  <a:spcPts val="0"/>
                </a:spcAft>
                <a:buClrTx/>
                <a:buSzTx/>
                <a:buFont typeface="Arial" pitchFamily="34" charset="0"/>
                <a:buNone/>
                <a:tabLst/>
                <a:defRPr/>
              </a:pPr>
              <a:r>
                <a:rPr kumimoji="0" lang="en-US" sz="4400" b="1" i="0" u="none" strike="noStrike" kern="1200" cap="all" spc="0" normalizeH="0" baseline="0" noProof="0">
                  <a:ln>
                    <a:noFill/>
                  </a:ln>
                  <a:solidFill>
                    <a:schemeClr val="tx1"/>
                  </a:solidFill>
                  <a:effectLst/>
                  <a:uLnTx/>
                  <a:uFillTx/>
                  <a:latin typeface="Times New Roman" panose="02020603050405020304" pitchFamily="18" charset="0"/>
                  <a:cs typeface="Times New Roman" pitchFamily="18" charset="0"/>
                </a:rPr>
                <a:t>Methods/Diagrams/Figures</a:t>
              </a:r>
            </a:p>
          </p:txBody>
        </p:sp>
        <p:sp>
          <p:nvSpPr>
            <p:cNvPr id="19" name="Content Placeholder 2"/>
            <p:cNvSpPr txBox="1">
              <a:spLocks/>
            </p:cNvSpPr>
            <p:nvPr/>
          </p:nvSpPr>
          <p:spPr>
            <a:xfrm>
              <a:off x="838200" y="28588243"/>
              <a:ext cx="27432000" cy="8765425"/>
            </a:xfrm>
            <a:prstGeom prst="rect">
              <a:avLst/>
            </a:prstGeom>
            <a:solidFill>
              <a:srgbClr val="EEF4F8"/>
            </a:solidFill>
            <a:ln>
              <a:solidFill>
                <a:schemeClr val="tx1"/>
              </a:solidFill>
            </a:ln>
          </p:spPr>
          <p:txBody>
            <a:bodyPr vert="horz" lIns="411215" tIns="205607" rIns="411215" bIns="205607" rtlCol="0">
              <a:normAutofit/>
            </a:bodyPr>
            <a:lstStyle/>
            <a:p>
              <a:endParaRPr lang="en-US" sz="4000">
                <a:latin typeface="Times New Roman" pitchFamily="18" charset="0"/>
                <a:cs typeface="Times New Roman" pitchFamily="18" charset="0"/>
              </a:endParaRPr>
            </a:p>
            <a:p>
              <a:endParaRPr lang="en-US" sz="4000">
                <a:latin typeface="Times New Roman" pitchFamily="18" charset="0"/>
                <a:cs typeface="Times New Roman" pitchFamily="18" charset="0"/>
              </a:endParaRPr>
            </a:p>
          </p:txBody>
        </p:sp>
      </p:grpSp>
      <p:grpSp>
        <p:nvGrpSpPr>
          <p:cNvPr id="35" name="Group 34"/>
          <p:cNvGrpSpPr/>
          <p:nvPr/>
        </p:nvGrpSpPr>
        <p:grpSpPr>
          <a:xfrm>
            <a:off x="14554200" y="13197681"/>
            <a:ext cx="13716000" cy="11734800"/>
            <a:chOff x="14554200" y="15502731"/>
            <a:chExt cx="13716000" cy="11734800"/>
          </a:xfrm>
        </p:grpSpPr>
        <p:sp>
          <p:nvSpPr>
            <p:cNvPr id="18" name="Content Placeholder 2"/>
            <p:cNvSpPr txBox="1">
              <a:spLocks/>
            </p:cNvSpPr>
            <p:nvPr/>
          </p:nvSpPr>
          <p:spPr>
            <a:xfrm>
              <a:off x="14554200" y="15502731"/>
              <a:ext cx="13716000" cy="1371600"/>
            </a:xfrm>
            <a:prstGeom prst="rect">
              <a:avLst/>
            </a:prstGeom>
            <a:solidFill>
              <a:schemeClr val="accent2">
                <a:lumMod val="40000"/>
                <a:lumOff val="60000"/>
              </a:schemeClr>
            </a:solidFill>
            <a:ln>
              <a:solidFill>
                <a:schemeClr val="tx1"/>
              </a:solidFill>
            </a:ln>
          </p:spPr>
          <p:txBody>
            <a:bodyPr vert="horz" lIns="411215" tIns="205607" rIns="411215" bIns="205607" rtlCol="0" anchor="ctr" anchorCtr="0">
              <a:normAutofit/>
            </a:bodyPr>
            <a:lstStyle/>
            <a:p>
              <a:pPr marL="1542056" marR="0" lvl="0" indent="-1542056" algn="ctr" defTabSz="4112148" rtl="0" eaLnBrk="1" fontAlgn="auto" latinLnBrk="0" hangingPunct="1">
                <a:lnSpc>
                  <a:spcPct val="120000"/>
                </a:lnSpc>
                <a:spcBef>
                  <a:spcPts val="0"/>
                </a:spcBef>
                <a:spcAft>
                  <a:spcPts val="0"/>
                </a:spcAft>
                <a:buClrTx/>
                <a:buSzTx/>
                <a:buFont typeface="Arial" pitchFamily="34" charset="0"/>
                <a:buNone/>
                <a:tabLst/>
                <a:defRPr/>
              </a:pPr>
              <a:r>
                <a:rPr kumimoji="0" lang="en-US" sz="4400" b="1" i="0" u="none" strike="noStrike" kern="1200" cap="all" spc="0" normalizeH="0" baseline="0" noProof="0">
                  <a:ln>
                    <a:noFill/>
                  </a:ln>
                  <a:solidFill>
                    <a:schemeClr val="tx1"/>
                  </a:solidFill>
                  <a:effectLst/>
                  <a:uLnTx/>
                  <a:uFillTx/>
                  <a:latin typeface="Times New Roman" panose="02020603050405020304" pitchFamily="18" charset="0"/>
                  <a:cs typeface="Times New Roman" pitchFamily="18" charset="0"/>
                </a:rPr>
                <a:t>Objectives</a:t>
              </a:r>
            </a:p>
          </p:txBody>
        </p:sp>
        <p:sp>
          <p:nvSpPr>
            <p:cNvPr id="20" name="Content Placeholder 2"/>
            <p:cNvSpPr txBox="1">
              <a:spLocks/>
            </p:cNvSpPr>
            <p:nvPr/>
          </p:nvSpPr>
          <p:spPr>
            <a:xfrm>
              <a:off x="14554200" y="16874331"/>
              <a:ext cx="13716000" cy="10363200"/>
            </a:xfrm>
            <a:prstGeom prst="rect">
              <a:avLst/>
            </a:prstGeom>
            <a:solidFill>
              <a:srgbClr val="EEF4F8"/>
            </a:solidFill>
            <a:ln>
              <a:solidFill>
                <a:schemeClr val="tx1"/>
              </a:solidFill>
            </a:ln>
          </p:spPr>
          <p:txBody>
            <a:bodyPr vert="horz" lIns="411215" tIns="205607" rIns="411215" bIns="205607" rtlCol="0">
              <a:normAutofit/>
            </a:bodyPr>
            <a:lstStyle/>
            <a:p>
              <a:pPr indent="-457200" algn="just">
                <a:spcAft>
                  <a:spcPts val="1200"/>
                </a:spcAft>
              </a:pPr>
              <a:r>
                <a:rPr lang="en-US" sz="4000" b="1" spc="300">
                  <a:latin typeface="Times New Roman" panose="02020603050405020304" pitchFamily="18" charset="0"/>
                  <a:cs typeface="Times New Roman" panose="02020603050405020304" pitchFamily="18" charset="0"/>
                </a:rPr>
                <a:t>To provide a unified digital marketplace that enhances the visibility of local Bahraini jewelers while simplifying the customer journey through improved search, comparison, and authentication of fine jewelry. Durra aims to ensure trustworthy information, support post-sale services, and deliver a seamless, efficient shopping experience aligned with Bahrain’s market needs.</a:t>
              </a:r>
              <a:endParaRPr lang="en-US" sz="4000" spc="300">
                <a:latin typeface="Times New Roman" panose="02020603050405020304" pitchFamily="18" charset="0"/>
                <a:cs typeface="Times New Roman" panose="02020603050405020304" pitchFamily="18" charset="0"/>
              </a:endParaRPr>
            </a:p>
            <a:p>
              <a:pPr indent="-457200" algn="just">
                <a:spcAft>
                  <a:spcPts val="1200"/>
                </a:spcAft>
              </a:pPr>
              <a:endParaRPr lang="en-US" sz="4000">
                <a:latin typeface="Times New Roman" panose="02020603050405020304" pitchFamily="18" charset="0"/>
                <a:cs typeface="Times New Roman" panose="02020603050405020304" pitchFamily="18" charset="0"/>
              </a:endParaRPr>
            </a:p>
          </p:txBody>
        </p:sp>
      </p:grpSp>
      <p:grpSp>
        <p:nvGrpSpPr>
          <p:cNvPr id="33" name="Group 32"/>
          <p:cNvGrpSpPr/>
          <p:nvPr/>
        </p:nvGrpSpPr>
        <p:grpSpPr>
          <a:xfrm>
            <a:off x="838200" y="35143281"/>
            <a:ext cx="27432000" cy="7239000"/>
            <a:chOff x="876300" y="36514881"/>
            <a:chExt cx="27432000" cy="7239000"/>
          </a:xfrm>
        </p:grpSpPr>
        <p:sp>
          <p:nvSpPr>
            <p:cNvPr id="12" name="Content Placeholder 2"/>
            <p:cNvSpPr txBox="1">
              <a:spLocks/>
            </p:cNvSpPr>
            <p:nvPr/>
          </p:nvSpPr>
          <p:spPr>
            <a:xfrm>
              <a:off x="876300" y="36514881"/>
              <a:ext cx="13716000" cy="1295400"/>
            </a:xfrm>
            <a:prstGeom prst="rect">
              <a:avLst/>
            </a:prstGeom>
            <a:solidFill>
              <a:schemeClr val="accent2">
                <a:lumMod val="40000"/>
                <a:lumOff val="60000"/>
              </a:schemeClr>
            </a:solidFill>
            <a:ln>
              <a:solidFill>
                <a:schemeClr val="tx1"/>
              </a:solidFill>
            </a:ln>
          </p:spPr>
          <p:txBody>
            <a:bodyPr vert="horz" lIns="411215" tIns="205607" rIns="411215" bIns="205607" rtlCol="0" anchor="ctr" anchorCtr="0">
              <a:normAutofit/>
            </a:bodyPr>
            <a:lstStyle/>
            <a:p>
              <a:pPr marL="1542056" lvl="0" indent="-1542056" algn="ctr">
                <a:defRPr/>
              </a:pPr>
              <a:r>
                <a:rPr lang="en-US" sz="4400" b="1" cap="all">
                  <a:latin typeface="Times New Roman" panose="02020603050405020304" pitchFamily="18" charset="0"/>
                  <a:cs typeface="Times New Roman" pitchFamily="18" charset="0"/>
                </a:rPr>
                <a:t>Results</a:t>
              </a:r>
              <a:endParaRPr kumimoji="0" lang="en-US" sz="4400" b="1" i="0" u="none" strike="noStrike" kern="1200" cap="all" spc="0" normalizeH="0" baseline="0" noProof="0">
                <a:ln>
                  <a:noFill/>
                </a:ln>
                <a:solidFill>
                  <a:schemeClr val="tx1"/>
                </a:solidFill>
                <a:effectLst/>
                <a:uLnTx/>
                <a:uFillTx/>
                <a:latin typeface="Times New Roman" panose="02020603050405020304" pitchFamily="18" charset="0"/>
                <a:cs typeface="Times New Roman" pitchFamily="18" charset="0"/>
              </a:endParaRPr>
            </a:p>
          </p:txBody>
        </p:sp>
        <p:sp>
          <p:nvSpPr>
            <p:cNvPr id="16" name="Content Placeholder 2"/>
            <p:cNvSpPr txBox="1">
              <a:spLocks/>
            </p:cNvSpPr>
            <p:nvPr/>
          </p:nvSpPr>
          <p:spPr>
            <a:xfrm>
              <a:off x="876300" y="37810281"/>
              <a:ext cx="13716000" cy="5943600"/>
            </a:xfrm>
            <a:prstGeom prst="rect">
              <a:avLst/>
            </a:prstGeom>
            <a:solidFill>
              <a:srgbClr val="EEF4F8"/>
            </a:solidFill>
            <a:ln>
              <a:solidFill>
                <a:schemeClr val="tx1"/>
              </a:solidFill>
            </a:ln>
          </p:spPr>
          <p:txBody>
            <a:bodyPr vert="horz" lIns="411215" tIns="205607" rIns="411215" bIns="205607" rtlCol="0">
              <a:normAutofit/>
            </a:bodyPr>
            <a:lstStyle/>
            <a:p>
              <a:pPr indent="-457200" algn="just">
                <a:spcAft>
                  <a:spcPts val="1200"/>
                </a:spcAft>
              </a:pPr>
              <a:endParaRPr lang="en-US" sz="4000">
                <a:latin typeface="Times New Roman" panose="02020603050405020304" pitchFamily="18" charset="0"/>
                <a:cs typeface="Times New Roman" panose="02020603050405020304" pitchFamily="18" charset="0"/>
              </a:endParaRPr>
            </a:p>
          </p:txBody>
        </p:sp>
        <p:sp>
          <p:nvSpPr>
            <p:cNvPr id="21" name="Content Placeholder 2"/>
            <p:cNvSpPr txBox="1">
              <a:spLocks/>
            </p:cNvSpPr>
            <p:nvPr/>
          </p:nvSpPr>
          <p:spPr>
            <a:xfrm>
              <a:off x="14592300" y="36514881"/>
              <a:ext cx="13716000" cy="1371600"/>
            </a:xfrm>
            <a:prstGeom prst="rect">
              <a:avLst/>
            </a:prstGeom>
            <a:solidFill>
              <a:schemeClr val="accent2">
                <a:lumMod val="40000"/>
                <a:lumOff val="60000"/>
              </a:schemeClr>
            </a:solidFill>
            <a:ln>
              <a:solidFill>
                <a:schemeClr val="tx1"/>
              </a:solidFill>
            </a:ln>
          </p:spPr>
          <p:txBody>
            <a:bodyPr vert="horz" lIns="411215" tIns="205607" rIns="411215" bIns="205607" rtlCol="0" anchor="ctr" anchorCtr="0">
              <a:noAutofit/>
            </a:bodyPr>
            <a:lstStyle/>
            <a:p>
              <a:pPr marL="1542056" marR="0" lvl="0" indent="-1542056" algn="ctr" defTabSz="4112148" rtl="0" eaLnBrk="1" fontAlgn="auto" latinLnBrk="0" hangingPunct="1">
                <a:lnSpc>
                  <a:spcPct val="100000"/>
                </a:lnSpc>
                <a:spcBef>
                  <a:spcPts val="0"/>
                </a:spcBef>
                <a:spcAft>
                  <a:spcPts val="0"/>
                </a:spcAft>
                <a:buClrTx/>
                <a:buSzTx/>
                <a:buFont typeface="Arial" pitchFamily="34" charset="0"/>
                <a:buNone/>
                <a:tabLst/>
                <a:defRPr/>
              </a:pPr>
              <a:r>
                <a:rPr kumimoji="0" lang="en-US" sz="4400" b="1" i="0" u="none" strike="noStrike" kern="1200" cap="all" spc="0" normalizeH="0" baseline="0" noProof="0">
                  <a:ln>
                    <a:noFill/>
                  </a:ln>
                  <a:solidFill>
                    <a:schemeClr val="tx1"/>
                  </a:solidFill>
                  <a:effectLst/>
                  <a:uLnTx/>
                  <a:uFillTx/>
                  <a:latin typeface="Times New Roman" panose="02020603050405020304" pitchFamily="18" charset="0"/>
                  <a:cs typeface="Times New Roman" pitchFamily="18" charset="0"/>
                </a:rPr>
                <a:t>Conclusion &amp; Future work</a:t>
              </a:r>
            </a:p>
          </p:txBody>
        </p:sp>
        <p:sp>
          <p:nvSpPr>
            <p:cNvPr id="22" name="Content Placeholder 2"/>
            <p:cNvSpPr txBox="1">
              <a:spLocks/>
            </p:cNvSpPr>
            <p:nvPr/>
          </p:nvSpPr>
          <p:spPr>
            <a:xfrm>
              <a:off x="14592300" y="37810281"/>
              <a:ext cx="13716000" cy="5943600"/>
            </a:xfrm>
            <a:prstGeom prst="rect">
              <a:avLst/>
            </a:prstGeom>
            <a:solidFill>
              <a:srgbClr val="EEF4F8"/>
            </a:solidFill>
            <a:ln>
              <a:solidFill>
                <a:schemeClr val="tx1"/>
              </a:solidFill>
            </a:ln>
          </p:spPr>
          <p:txBody>
            <a:bodyPr vert="horz" lIns="411215" tIns="205607" rIns="411215" bIns="205607" rtlCol="0">
              <a:normAutofit/>
            </a:bodyPr>
            <a:lstStyle/>
            <a:p>
              <a:pPr marL="673100" indent="-673100" rtl="1"/>
              <a:r>
                <a:rPr lang="en-US" sz="4000" b="1" spc="-150" dirty="0">
                  <a:latin typeface="Times New Roman" panose="02020603050405020304" pitchFamily="18" charset="0"/>
                  <a:cs typeface="Times New Roman" panose="02020603050405020304" pitchFamily="18" charset="0"/>
                </a:rPr>
                <a:t>Durra is a user-focused jewelry marketplace that enhances visibility for local jewelers and supports informed shopping. Future work includes adding order tracking, reselling, multilingual support, payment integration, API services, and developing the full mobile application beyond the current partial prototype.</a:t>
              </a:r>
              <a:endParaRPr lang="en-US" sz="4000" spc="-150" dirty="0">
                <a:latin typeface="Times New Roman" panose="02020603050405020304" pitchFamily="18" charset="0"/>
                <a:cs typeface="Times New Roman" panose="02020603050405020304" pitchFamily="18" charset="0"/>
              </a:endParaRPr>
            </a:p>
          </p:txBody>
        </p:sp>
      </p:grpSp>
      <p:pic>
        <p:nvPicPr>
          <p:cNvPr id="2" name="Picture 2">
            <a:extLst>
              <a:ext uri="{FF2B5EF4-FFF2-40B4-BE49-F238E27FC236}">
                <a16:creationId xmlns:a16="http://schemas.microsoft.com/office/drawing/2014/main" id="{8D4A54A9-5E8F-0FAD-55F3-9F1F0E2CD097}"/>
              </a:ext>
            </a:extLst>
          </p:cNvPr>
          <p:cNvPicPr preferRelativeResize="0">
            <a:picLocks noChangeArrowheads="1"/>
          </p:cNvPicPr>
          <p:nvPr/>
        </p:nvPicPr>
        <p:blipFill>
          <a:blip r:embed="rId5" cstate="print"/>
          <a:srcRect/>
          <a:stretch>
            <a:fillRect/>
          </a:stretch>
        </p:blipFill>
        <p:spPr bwMode="auto">
          <a:xfrm>
            <a:off x="20417028" y="1859072"/>
            <a:ext cx="7388352" cy="3172968"/>
          </a:xfrm>
          <a:prstGeom prst="rect">
            <a:avLst/>
          </a:prstGeom>
          <a:noFill/>
          <a:ln w="9525">
            <a:noFill/>
            <a:miter lim="800000"/>
            <a:headEnd/>
            <a:tailEnd/>
          </a:ln>
          <a:effectLst/>
        </p:spPr>
      </p:pic>
      <p:pic>
        <p:nvPicPr>
          <p:cNvPr id="34" name="Picture 33">
            <a:extLst>
              <a:ext uri="{FF2B5EF4-FFF2-40B4-BE49-F238E27FC236}">
                <a16:creationId xmlns:a16="http://schemas.microsoft.com/office/drawing/2014/main" id="{B90CD202-89E6-F689-AC68-B93F57768D81}"/>
              </a:ext>
            </a:extLst>
          </p:cNvPr>
          <p:cNvPicPr>
            <a:picLocks noChangeAspect="1"/>
          </p:cNvPicPr>
          <p:nvPr/>
        </p:nvPicPr>
        <p:blipFill>
          <a:blip r:embed="rId6"/>
          <a:stretch>
            <a:fillRect/>
          </a:stretch>
        </p:blipFill>
        <p:spPr>
          <a:xfrm>
            <a:off x="7755505" y="26740828"/>
            <a:ext cx="6943725" cy="7574275"/>
          </a:xfrm>
          <a:prstGeom prst="rect">
            <a:avLst/>
          </a:prstGeom>
        </p:spPr>
      </p:pic>
      <p:sp>
        <p:nvSpPr>
          <p:cNvPr id="38" name="TextBox 37">
            <a:extLst>
              <a:ext uri="{FF2B5EF4-FFF2-40B4-BE49-F238E27FC236}">
                <a16:creationId xmlns:a16="http://schemas.microsoft.com/office/drawing/2014/main" id="{8F1312F5-C3EA-216F-1D40-AE7528EFF62A}"/>
              </a:ext>
            </a:extLst>
          </p:cNvPr>
          <p:cNvSpPr txBox="1"/>
          <p:nvPr/>
        </p:nvSpPr>
        <p:spPr>
          <a:xfrm>
            <a:off x="7458508" y="34461514"/>
            <a:ext cx="7620000" cy="584775"/>
          </a:xfrm>
          <a:prstGeom prst="rect">
            <a:avLst/>
          </a:prstGeom>
          <a:noFill/>
        </p:spPr>
        <p:txBody>
          <a:bodyPr wrap="square">
            <a:spAutoFit/>
          </a:bodyPr>
          <a:lstStyle/>
          <a:p>
            <a:pPr marL="0" marR="0" algn="ctr">
              <a:spcAft>
                <a:spcPts val="1000"/>
              </a:spcAft>
              <a:buNone/>
            </a:pPr>
            <a:r>
              <a:rPr lang="en-US" sz="3200" i="1">
                <a:solidFill>
                  <a:srgbClr val="44546A"/>
                </a:solidFill>
                <a:effectLst/>
                <a:latin typeface="Times New Roman" panose="02020603050405020304" pitchFamily="18" charset="0"/>
                <a:ea typeface="Calibri" panose="020F0502020204030204" pitchFamily="34" charset="0"/>
                <a:cs typeface="Times New Roman" panose="02020603050405020304" pitchFamily="18" charset="0"/>
              </a:rPr>
              <a:t>Durra Entity Relationship Diagram (ERD)</a:t>
            </a:r>
          </a:p>
        </p:txBody>
      </p:sp>
      <p:pic>
        <p:nvPicPr>
          <p:cNvPr id="39" name="Picture 38">
            <a:extLst>
              <a:ext uri="{FF2B5EF4-FFF2-40B4-BE49-F238E27FC236}">
                <a16:creationId xmlns:a16="http://schemas.microsoft.com/office/drawing/2014/main" id="{2BA4C949-9114-CF43-13BD-ED114F25CD4C}"/>
              </a:ext>
            </a:extLst>
          </p:cNvPr>
          <p:cNvPicPr>
            <a:picLocks noChangeAspect="1"/>
          </p:cNvPicPr>
          <p:nvPr/>
        </p:nvPicPr>
        <p:blipFill rotWithShape="1">
          <a:blip r:embed="rId7"/>
          <a:srcRect/>
          <a:stretch>
            <a:fillRect/>
          </a:stretch>
        </p:blipFill>
        <p:spPr>
          <a:xfrm>
            <a:off x="1145548" y="30475258"/>
            <a:ext cx="6249539" cy="3839845"/>
          </a:xfrm>
          <a:prstGeom prst="rect">
            <a:avLst/>
          </a:prstGeom>
        </p:spPr>
      </p:pic>
      <p:sp>
        <p:nvSpPr>
          <p:cNvPr id="41" name="TextBox 40">
            <a:extLst>
              <a:ext uri="{FF2B5EF4-FFF2-40B4-BE49-F238E27FC236}">
                <a16:creationId xmlns:a16="http://schemas.microsoft.com/office/drawing/2014/main" id="{4AFF678C-C281-3261-B9BE-1696212F85FF}"/>
              </a:ext>
            </a:extLst>
          </p:cNvPr>
          <p:cNvSpPr txBox="1"/>
          <p:nvPr/>
        </p:nvSpPr>
        <p:spPr>
          <a:xfrm>
            <a:off x="1337187" y="34429907"/>
            <a:ext cx="6019800" cy="584775"/>
          </a:xfrm>
          <a:prstGeom prst="rect">
            <a:avLst/>
          </a:prstGeom>
          <a:noFill/>
        </p:spPr>
        <p:txBody>
          <a:bodyPr wrap="square">
            <a:spAutoFit/>
          </a:bodyPr>
          <a:lstStyle/>
          <a:p>
            <a:pPr marL="0" marR="0" algn="ctr">
              <a:spcAft>
                <a:spcPts val="1000"/>
              </a:spcAft>
              <a:buNone/>
            </a:pPr>
            <a:r>
              <a:rPr lang="en-US" sz="3200" i="1">
                <a:solidFill>
                  <a:srgbClr val="44546A"/>
                </a:solidFill>
                <a:effectLst/>
                <a:latin typeface="Times New Roman" panose="02020603050405020304" pitchFamily="18" charset="0"/>
                <a:ea typeface="Calibri" panose="020F0502020204030204" pitchFamily="34" charset="0"/>
                <a:cs typeface="Times New Roman" panose="02020603050405020304" pitchFamily="18" charset="0"/>
              </a:rPr>
              <a:t>Durra Data Flow Diagram Level 0</a:t>
            </a:r>
          </a:p>
        </p:txBody>
      </p:sp>
      <p:pic>
        <p:nvPicPr>
          <p:cNvPr id="65" name="Picture 64" descr="Forms response chart. Question title: What features would be useful for you? (ما هي الميزات التي ستكون نافعةً لك؟). Number of responses: 106 responses.">
            <a:extLst>
              <a:ext uri="{FF2B5EF4-FFF2-40B4-BE49-F238E27FC236}">
                <a16:creationId xmlns:a16="http://schemas.microsoft.com/office/drawing/2014/main" id="{8451A9B6-F59D-07C9-BF1D-8AD8151F466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76558" y="26741677"/>
            <a:ext cx="5943600" cy="2830830"/>
          </a:xfrm>
          <a:prstGeom prst="rect">
            <a:avLst/>
          </a:prstGeom>
          <a:noFill/>
          <a:ln>
            <a:noFill/>
          </a:ln>
        </p:spPr>
      </p:pic>
      <p:sp>
        <p:nvSpPr>
          <p:cNvPr id="67" name="TextBox 66">
            <a:extLst>
              <a:ext uri="{FF2B5EF4-FFF2-40B4-BE49-F238E27FC236}">
                <a16:creationId xmlns:a16="http://schemas.microsoft.com/office/drawing/2014/main" id="{9E435BDB-0FF2-0A76-2BCD-630EB4483385}"/>
              </a:ext>
            </a:extLst>
          </p:cNvPr>
          <p:cNvSpPr txBox="1"/>
          <p:nvPr/>
        </p:nvSpPr>
        <p:spPr>
          <a:xfrm>
            <a:off x="1971858" y="29654121"/>
            <a:ext cx="4953000" cy="584775"/>
          </a:xfrm>
          <a:prstGeom prst="rect">
            <a:avLst/>
          </a:prstGeom>
          <a:noFill/>
        </p:spPr>
        <p:txBody>
          <a:bodyPr wrap="square">
            <a:spAutoFit/>
          </a:bodyPr>
          <a:lstStyle/>
          <a:p>
            <a:pPr marL="0" marR="0" algn="ctr">
              <a:spcAft>
                <a:spcPts val="1000"/>
              </a:spcAft>
              <a:buNone/>
            </a:pPr>
            <a:r>
              <a:rPr lang="en-US" sz="3200" i="1">
                <a:solidFill>
                  <a:srgbClr val="44546A"/>
                </a:solidFill>
                <a:effectLst/>
                <a:latin typeface="Times New Roman" panose="02020603050405020304" pitchFamily="18" charset="0"/>
                <a:ea typeface="Calibri" panose="020F0502020204030204" pitchFamily="34" charset="0"/>
                <a:cs typeface="Times New Roman" panose="02020603050405020304" pitchFamily="18" charset="0"/>
              </a:rPr>
              <a:t>The Most Required Features</a:t>
            </a:r>
          </a:p>
        </p:txBody>
      </p:sp>
      <p:pic>
        <p:nvPicPr>
          <p:cNvPr id="6" name="Picture 5">
            <a:extLst>
              <a:ext uri="{FF2B5EF4-FFF2-40B4-BE49-F238E27FC236}">
                <a16:creationId xmlns:a16="http://schemas.microsoft.com/office/drawing/2014/main" id="{F9C935FD-8EF2-2941-5068-856C4B4C6F63}"/>
              </a:ext>
            </a:extLst>
          </p:cNvPr>
          <p:cNvPicPr>
            <a:picLocks noChangeAspect="1"/>
          </p:cNvPicPr>
          <p:nvPr/>
        </p:nvPicPr>
        <p:blipFill>
          <a:blip r:embed="rId9"/>
          <a:stretch>
            <a:fillRect/>
          </a:stretch>
        </p:blipFill>
        <p:spPr>
          <a:xfrm>
            <a:off x="15078508" y="26740828"/>
            <a:ext cx="12705734" cy="7574275"/>
          </a:xfrm>
          <a:prstGeom prst="rect">
            <a:avLst/>
          </a:prstGeom>
        </p:spPr>
      </p:pic>
      <p:sp>
        <p:nvSpPr>
          <p:cNvPr id="11" name="TextBox 10">
            <a:extLst>
              <a:ext uri="{FF2B5EF4-FFF2-40B4-BE49-F238E27FC236}">
                <a16:creationId xmlns:a16="http://schemas.microsoft.com/office/drawing/2014/main" id="{0322E7DC-E722-E556-5D19-3A161F1EAF00}"/>
              </a:ext>
            </a:extLst>
          </p:cNvPr>
          <p:cNvSpPr txBox="1"/>
          <p:nvPr/>
        </p:nvSpPr>
        <p:spPr>
          <a:xfrm>
            <a:off x="17864354" y="34429907"/>
            <a:ext cx="7620000" cy="584775"/>
          </a:xfrm>
          <a:prstGeom prst="rect">
            <a:avLst/>
          </a:prstGeom>
          <a:noFill/>
        </p:spPr>
        <p:txBody>
          <a:bodyPr wrap="square">
            <a:spAutoFit/>
          </a:bodyPr>
          <a:lstStyle/>
          <a:p>
            <a:pPr marL="0" marR="0" algn="ctr">
              <a:spcAft>
                <a:spcPts val="1000"/>
              </a:spcAft>
              <a:buNone/>
            </a:pPr>
            <a:r>
              <a:rPr lang="en-US" sz="3200" i="1">
                <a:solidFill>
                  <a:srgbClr val="44546A"/>
                </a:solidFill>
                <a:effectLst/>
                <a:latin typeface="Times New Roman" panose="02020603050405020304" pitchFamily="18" charset="0"/>
                <a:ea typeface="Calibri" panose="020F0502020204030204" pitchFamily="34" charset="0"/>
                <a:cs typeface="Arial" panose="020B0604020202020204" pitchFamily="34" charset="0"/>
              </a:rPr>
              <a:t>Durra Dialogue Diagram</a:t>
            </a:r>
          </a:p>
        </p:txBody>
      </p:sp>
      <p:pic>
        <p:nvPicPr>
          <p:cNvPr id="4" name="Picture 3">
            <a:extLst>
              <a:ext uri="{FF2B5EF4-FFF2-40B4-BE49-F238E27FC236}">
                <a16:creationId xmlns:a16="http://schemas.microsoft.com/office/drawing/2014/main" id="{52759A16-8FD6-B1F8-A8EA-3441AA1AA9E6}"/>
              </a:ext>
            </a:extLst>
          </p:cNvPr>
          <p:cNvPicPr>
            <a:picLocks noChangeAspect="1"/>
          </p:cNvPicPr>
          <p:nvPr/>
        </p:nvPicPr>
        <p:blipFill>
          <a:blip r:embed="rId10"/>
          <a:srcRect l="11" r="11"/>
          <a:stretch>
            <a:fillRect/>
          </a:stretch>
        </p:blipFill>
        <p:spPr bwMode="auto">
          <a:xfrm>
            <a:off x="966362" y="36514881"/>
            <a:ext cx="4354195" cy="2769235"/>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0861278F-52F6-26F1-41FA-A15A3B2DC3B8}"/>
              </a:ext>
            </a:extLst>
          </p:cNvPr>
          <p:cNvPicPr>
            <a:picLocks noChangeAspect="1"/>
          </p:cNvPicPr>
          <p:nvPr/>
        </p:nvPicPr>
        <p:blipFill>
          <a:blip r:embed="rId11"/>
          <a:srcRect t="125" b="125"/>
          <a:stretch>
            <a:fillRect/>
          </a:stretch>
        </p:blipFill>
        <p:spPr bwMode="auto">
          <a:xfrm>
            <a:off x="5605427" y="36478686"/>
            <a:ext cx="4398645" cy="2805430"/>
          </a:xfrm>
          <a:prstGeom prst="rect">
            <a:avLst/>
          </a:prstGeom>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8467EB66-F7EB-28F2-268E-FFD14B89CB32}"/>
              </a:ext>
            </a:extLst>
          </p:cNvPr>
          <p:cNvPicPr>
            <a:picLocks noChangeAspect="1"/>
          </p:cNvPicPr>
          <p:nvPr/>
        </p:nvPicPr>
        <p:blipFill>
          <a:blip r:embed="rId12"/>
          <a:srcRect l="10" r="10"/>
          <a:stretch>
            <a:fillRect/>
          </a:stretch>
        </p:blipFill>
        <p:spPr bwMode="auto">
          <a:xfrm>
            <a:off x="10080448" y="36702206"/>
            <a:ext cx="4397375" cy="2581910"/>
          </a:xfrm>
          <a:prstGeom prst="rect">
            <a:avLst/>
          </a:prstGeom>
          <a:ln>
            <a:noFill/>
          </a:ln>
          <a:extLst>
            <a:ext uri="{53640926-AAD7-44D8-BBD7-CCE9431645EC}">
              <a14:shadowObscured xmlns:a14="http://schemas.microsoft.com/office/drawing/2010/main"/>
            </a:ext>
          </a:extLst>
        </p:spPr>
      </p:pic>
      <p:pic>
        <p:nvPicPr>
          <p:cNvPr id="24" name="Picture 23">
            <a:extLst>
              <a:ext uri="{FF2B5EF4-FFF2-40B4-BE49-F238E27FC236}">
                <a16:creationId xmlns:a16="http://schemas.microsoft.com/office/drawing/2014/main" id="{D1C922BF-23E8-47B2-CE0E-4841E3221AB0}"/>
              </a:ext>
            </a:extLst>
          </p:cNvPr>
          <p:cNvPicPr>
            <a:picLocks noChangeAspect="1"/>
          </p:cNvPicPr>
          <p:nvPr/>
        </p:nvPicPr>
        <p:blipFill>
          <a:blip r:embed="rId13"/>
          <a:stretch>
            <a:fillRect/>
          </a:stretch>
        </p:blipFill>
        <p:spPr>
          <a:xfrm>
            <a:off x="873017" y="39488586"/>
            <a:ext cx="4447540" cy="2893695"/>
          </a:xfrm>
          <a:prstGeom prst="rect">
            <a:avLst/>
          </a:prstGeom>
        </p:spPr>
      </p:pic>
      <p:pic>
        <p:nvPicPr>
          <p:cNvPr id="26" name="Picture 25">
            <a:extLst>
              <a:ext uri="{FF2B5EF4-FFF2-40B4-BE49-F238E27FC236}">
                <a16:creationId xmlns:a16="http://schemas.microsoft.com/office/drawing/2014/main" id="{1E60FF63-E63C-F7E6-4DEF-8C2DBE268D2F}"/>
              </a:ext>
            </a:extLst>
          </p:cNvPr>
          <p:cNvPicPr>
            <a:picLocks noChangeAspect="1"/>
          </p:cNvPicPr>
          <p:nvPr/>
        </p:nvPicPr>
        <p:blipFill>
          <a:blip r:embed="rId14"/>
          <a:srcRect t="65" b="65"/>
          <a:stretch>
            <a:fillRect/>
          </a:stretch>
        </p:blipFill>
        <p:spPr bwMode="auto">
          <a:xfrm>
            <a:off x="5355374" y="39410481"/>
            <a:ext cx="4665980" cy="2990850"/>
          </a:xfrm>
          <a:prstGeom prst="rect">
            <a:avLst/>
          </a:prstGeom>
          <a:ln>
            <a:noFill/>
          </a:ln>
          <a:extLst>
            <a:ext uri="{53640926-AAD7-44D8-BBD7-CCE9431645EC}">
              <a14:shadowObscured xmlns:a14="http://schemas.microsoft.com/office/drawing/2010/main"/>
            </a:ext>
          </a:extLst>
        </p:spPr>
      </p:pic>
      <p:pic>
        <p:nvPicPr>
          <p:cNvPr id="28" name="Picture 27">
            <a:extLst>
              <a:ext uri="{FF2B5EF4-FFF2-40B4-BE49-F238E27FC236}">
                <a16:creationId xmlns:a16="http://schemas.microsoft.com/office/drawing/2014/main" id="{895CD71C-4921-129C-3F62-A0402BB8E48F}"/>
              </a:ext>
            </a:extLst>
          </p:cNvPr>
          <p:cNvPicPr>
            <a:picLocks noChangeAspect="1"/>
          </p:cNvPicPr>
          <p:nvPr/>
        </p:nvPicPr>
        <p:blipFill>
          <a:blip r:embed="rId15"/>
          <a:stretch>
            <a:fillRect/>
          </a:stretch>
        </p:blipFill>
        <p:spPr>
          <a:xfrm>
            <a:off x="9884470" y="39400956"/>
            <a:ext cx="4665980" cy="3000375"/>
          </a:xfrm>
          <a:prstGeom prst="rect">
            <a:avLst/>
          </a:prstGeom>
        </p:spPr>
      </p:pic>
      <p:pic>
        <p:nvPicPr>
          <p:cNvPr id="29" name="Picture 28">
            <a:extLst>
              <a:ext uri="{FF2B5EF4-FFF2-40B4-BE49-F238E27FC236}">
                <a16:creationId xmlns:a16="http://schemas.microsoft.com/office/drawing/2014/main" id="{4B69FDAF-1F3F-786D-C0F3-05DD7A27D55B}"/>
              </a:ext>
            </a:extLst>
          </p:cNvPr>
          <p:cNvPicPr>
            <a:picLocks noChangeAspect="1"/>
          </p:cNvPicPr>
          <p:nvPr/>
        </p:nvPicPr>
        <p:blipFill>
          <a:blip r:embed="rId16"/>
          <a:stretch>
            <a:fillRect/>
          </a:stretch>
        </p:blipFill>
        <p:spPr>
          <a:xfrm>
            <a:off x="18541206" y="39709440"/>
            <a:ext cx="1427583" cy="2655091"/>
          </a:xfrm>
          <a:prstGeom prst="rect">
            <a:avLst/>
          </a:prstGeom>
        </p:spPr>
      </p:pic>
      <p:pic>
        <p:nvPicPr>
          <p:cNvPr id="30" name="Picture 29">
            <a:extLst>
              <a:ext uri="{FF2B5EF4-FFF2-40B4-BE49-F238E27FC236}">
                <a16:creationId xmlns:a16="http://schemas.microsoft.com/office/drawing/2014/main" id="{1A679C5A-547B-7A1A-BA02-B57C3DDB0C95}"/>
              </a:ext>
            </a:extLst>
          </p:cNvPr>
          <p:cNvPicPr>
            <a:picLocks noChangeAspect="1"/>
          </p:cNvPicPr>
          <p:nvPr/>
        </p:nvPicPr>
        <p:blipFill>
          <a:blip r:embed="rId17"/>
          <a:stretch>
            <a:fillRect/>
          </a:stretch>
        </p:blipFill>
        <p:spPr>
          <a:xfrm>
            <a:off x="19886326" y="39699269"/>
            <a:ext cx="1441290" cy="2702062"/>
          </a:xfrm>
          <a:prstGeom prst="rect">
            <a:avLst/>
          </a:prstGeom>
        </p:spPr>
      </p:pic>
      <p:pic>
        <p:nvPicPr>
          <p:cNvPr id="31" name="Picture 30">
            <a:extLst>
              <a:ext uri="{FF2B5EF4-FFF2-40B4-BE49-F238E27FC236}">
                <a16:creationId xmlns:a16="http://schemas.microsoft.com/office/drawing/2014/main" id="{BDA4DD14-F5C8-E0C0-FDC2-8185AA0FAEF5}"/>
              </a:ext>
            </a:extLst>
          </p:cNvPr>
          <p:cNvPicPr>
            <a:picLocks noChangeAspect="1"/>
          </p:cNvPicPr>
          <p:nvPr/>
        </p:nvPicPr>
        <p:blipFill>
          <a:blip r:embed="rId18"/>
          <a:stretch>
            <a:fillRect/>
          </a:stretch>
        </p:blipFill>
        <p:spPr>
          <a:xfrm>
            <a:off x="21323866" y="39683503"/>
            <a:ext cx="1441290" cy="2717828"/>
          </a:xfrm>
          <a:prstGeom prst="rect">
            <a:avLst/>
          </a:prstGeom>
        </p:spPr>
      </p:pic>
      <p:pic>
        <p:nvPicPr>
          <p:cNvPr id="32" name="Picture 31">
            <a:extLst>
              <a:ext uri="{FF2B5EF4-FFF2-40B4-BE49-F238E27FC236}">
                <a16:creationId xmlns:a16="http://schemas.microsoft.com/office/drawing/2014/main" id="{58886D20-49AC-3961-2A06-767CECCB6A56}"/>
              </a:ext>
            </a:extLst>
          </p:cNvPr>
          <p:cNvPicPr>
            <a:picLocks noChangeAspect="1"/>
          </p:cNvPicPr>
          <p:nvPr/>
        </p:nvPicPr>
        <p:blipFill>
          <a:blip r:embed="rId19"/>
          <a:stretch>
            <a:fillRect/>
          </a:stretch>
        </p:blipFill>
        <p:spPr>
          <a:xfrm>
            <a:off x="22734314" y="39699269"/>
            <a:ext cx="1435376" cy="2707459"/>
          </a:xfrm>
          <a:prstGeom prst="rect">
            <a:avLst/>
          </a:prstGeom>
        </p:spPr>
      </p:pic>
      <p:pic>
        <p:nvPicPr>
          <p:cNvPr id="36" name="Picture 35">
            <a:extLst>
              <a:ext uri="{FF2B5EF4-FFF2-40B4-BE49-F238E27FC236}">
                <a16:creationId xmlns:a16="http://schemas.microsoft.com/office/drawing/2014/main" id="{7DCA9AFC-11D3-59AC-56B9-8C3EEEEECFF8}"/>
              </a:ext>
            </a:extLst>
          </p:cNvPr>
          <p:cNvPicPr>
            <a:picLocks noChangeAspect="1"/>
          </p:cNvPicPr>
          <p:nvPr/>
        </p:nvPicPr>
        <p:blipFill>
          <a:blip r:embed="rId20"/>
          <a:stretch>
            <a:fillRect/>
          </a:stretch>
        </p:blipFill>
        <p:spPr>
          <a:xfrm>
            <a:off x="24120233" y="39667899"/>
            <a:ext cx="1444312" cy="2717829"/>
          </a:xfrm>
          <a:prstGeom prst="rect">
            <a:avLst/>
          </a:prstGeom>
        </p:spPr>
      </p:pic>
      <p:pic>
        <p:nvPicPr>
          <p:cNvPr id="40" name="Picture 39">
            <a:extLst>
              <a:ext uri="{FF2B5EF4-FFF2-40B4-BE49-F238E27FC236}">
                <a16:creationId xmlns:a16="http://schemas.microsoft.com/office/drawing/2014/main" id="{9433473F-874D-65A6-1A7C-69A7F6EBC1F4}"/>
              </a:ext>
            </a:extLst>
          </p:cNvPr>
          <p:cNvPicPr>
            <a:picLocks noChangeAspect="1"/>
          </p:cNvPicPr>
          <p:nvPr/>
        </p:nvPicPr>
        <p:blipFill>
          <a:blip r:embed="rId21"/>
          <a:srcRect/>
          <a:stretch>
            <a:fillRect/>
          </a:stretch>
        </p:blipFill>
        <p:spPr bwMode="auto">
          <a:xfrm>
            <a:off x="25484354" y="39699269"/>
            <a:ext cx="1440213" cy="2655091"/>
          </a:xfrm>
          <a:prstGeom prst="rect">
            <a:avLst/>
          </a:prstGeom>
          <a:ln>
            <a:noFill/>
          </a:ln>
          <a:extLst>
            <a:ext uri="{53640926-AAD7-44D8-BBD7-CCE9431645EC}">
              <a14:shadowObscured xmlns:a14="http://schemas.microsoft.com/office/drawing/2010/main"/>
            </a:ext>
          </a:extLst>
        </p:spPr>
      </p:pic>
      <p:pic>
        <p:nvPicPr>
          <p:cNvPr id="42" name="Picture 41">
            <a:extLst>
              <a:ext uri="{FF2B5EF4-FFF2-40B4-BE49-F238E27FC236}">
                <a16:creationId xmlns:a16="http://schemas.microsoft.com/office/drawing/2014/main" id="{54A82994-522F-7AE1-A8CD-13191BEA4865}"/>
              </a:ext>
            </a:extLst>
          </p:cNvPr>
          <p:cNvPicPr>
            <a:picLocks noChangeAspect="1"/>
          </p:cNvPicPr>
          <p:nvPr/>
        </p:nvPicPr>
        <p:blipFill>
          <a:blip r:embed="rId22"/>
          <a:stretch>
            <a:fillRect/>
          </a:stretch>
        </p:blipFill>
        <p:spPr>
          <a:xfrm>
            <a:off x="26825160" y="39659827"/>
            <a:ext cx="1441290" cy="274150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67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ns:customPropertyEditors xmlns:tns="http://schemas.microsoft.com/office/2006/customDocumentInformationPanel">
  <tns:showOnOpen>false</tns:showOnOpen>
  <tns:defaultPropertyEditorNamespace>Standard properties</tns:defaultPropertyEditorNamespace>
</tns:customPropertyEdito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23E4F777F6E9B49B0560D72B7E8930D" ma:contentTypeVersion="8" ma:contentTypeDescription="Create a new document." ma:contentTypeScope="" ma:versionID="7f3c5b492d3d4ed5b809e4adcf47b3ce">
  <xsd:schema xmlns:xsd="http://www.w3.org/2001/XMLSchema" xmlns:xs="http://www.w3.org/2001/XMLSchema" xmlns:p="http://schemas.microsoft.com/office/2006/metadata/properties" xmlns:ns3="c4a5335c-df69-4495-8869-619c83fbfc87" targetNamespace="http://schemas.microsoft.com/office/2006/metadata/properties" ma:root="true" ma:fieldsID="56ae29bd9179f119a394af5b21fa749e" ns3:_="">
    <xsd:import namespace="c4a5335c-df69-4495-8869-619c83fbfc8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5335c-df69-4495-8869-619c83fbfc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CE18A9-4B69-4244-B8D6-E61D2A74DF68}">
  <ds:schemaRefs>
    <ds:schemaRef ds:uri="http://schemas.microsoft.com/office/2006/customDocumentInformationPanel"/>
  </ds:schemaRefs>
</ds:datastoreItem>
</file>

<file path=customXml/itemProps2.xml><?xml version="1.0" encoding="utf-8"?>
<ds:datastoreItem xmlns:ds="http://schemas.openxmlformats.org/officeDocument/2006/customXml" ds:itemID="{56D12221-73C4-426C-A692-9A8203806242}">
  <ds:schemaRefs>
    <ds:schemaRef ds:uri="http://schemas.microsoft.com/sharepoint/v3/contenttype/forms"/>
  </ds:schemaRefs>
</ds:datastoreItem>
</file>

<file path=customXml/itemProps3.xml><?xml version="1.0" encoding="utf-8"?>
<ds:datastoreItem xmlns:ds="http://schemas.openxmlformats.org/officeDocument/2006/customXml" ds:itemID="{31600975-23CF-4087-B60C-8E894750648A}">
  <ds:schemaRefs>
    <ds:schemaRef ds:uri="c4a5335c-df69-4495-8869-619c83fbfc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00E6E2D8-FDB6-4A1C-9D24-06AC3A555B06}">
  <ds:schemaRefs>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purl.org/dc/dcmitype/"/>
    <ds:schemaRef ds:uri="http://www.w3.org/XML/1998/namespace"/>
    <ds:schemaRef ds:uri="http://purl.org/dc/terms/"/>
    <ds:schemaRef ds:uri="c4a5335c-df69-4495-8869-619c83fbfc87"/>
    <ds:schemaRef ds:uri="http://purl.org/dc/elements/1.1/"/>
  </ds:schemaRefs>
</ds:datastoreItem>
</file>

<file path=docMetadata/LabelInfo.xml><?xml version="1.0" encoding="utf-8"?>
<clbl:labelList xmlns:clbl="http://schemas.microsoft.com/office/2020/mipLabelMetadata">
  <clbl:label id="{026137b5-e313-46d1-9b2f-026ecb50c842}" enabled="0" method="" siteId="{026137b5-e313-46d1-9b2f-026ecb50c842}" removed="1"/>
</clbl:labelList>
</file>

<file path=docProps/app.xml><?xml version="1.0" encoding="utf-8"?>
<Properties xmlns="http://schemas.openxmlformats.org/officeDocument/2006/extended-properties" xmlns:vt="http://schemas.openxmlformats.org/officeDocument/2006/docPropsVTypes">
  <TotalTime>45</TotalTime>
  <Words>242</Words>
  <Application>Microsoft Office PowerPoint</Application>
  <PresentationFormat>Custom</PresentationFormat>
  <Paragraphs>17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Times New Roman</vt:lpstr>
      <vt:lpstr>Office Theme</vt:lpstr>
      <vt:lpstr>University of Bahrain College of Information Technology Department of Information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of Bahrain College of Information Technology Department of Computer Sciences</dc:title>
  <dc:creator>Administrator</dc:creator>
  <cp:lastModifiedBy>RAGHAD ABDULLA JASIM RADHI</cp:lastModifiedBy>
  <cp:revision>3</cp:revision>
  <dcterms:created xsi:type="dcterms:W3CDTF">2013-05-13T08:18:20Z</dcterms:created>
  <dcterms:modified xsi:type="dcterms:W3CDTF">2025-12-01T17:13:33Z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0x010100623E4F777F6E9B49B0560D72B7E8930D</vt:lpwstr>
  </property>
  <property fmtid="{D5CDD505-2E9C-101B-9397-08002B2CF9AE}" pid="3" name="MediaServiceImageTags">
    <vt:lpwstr/>
  </property>
</Properties>
</file>